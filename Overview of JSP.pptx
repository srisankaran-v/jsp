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09:37:47.3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13345 4242,'0'24,"50"-24,24 0,1 0,-26 0,1 0,-25 0,99 0,-25 0,0 50,-24-50,24 25,-25-25,-49 25,49-25,-49 0,50 0,-1 0,-49 0,25 0,-1 0,1 0,-25 0,24 0,1 0,-50 0,74 0,-24 0,-1 0,51 0,-26 0,0 0,-24 0,0 0,-26 0,26 0,-50 0,25 0,-25 0,49 0,-49 0,25 0,-25 0,25 0,0 0,0 0,-25 0,24 0,1 0,0 0,-25 0</inkml:trace>
  <inkml:trace contextRef="#ctx0" brushRef="#br0" timeOffset="16249.9295">7541 5606,'0'0,"0"0,74 0,-24 0,74 0,25 25,-50-25,-49 24,-1-24,1 0,0 0,-26 0,-24 0,25 50,0-50,0 0,24 0,1 0,24 25,-24-25,-25 0,49 0,-74 0,50 0,-1 25,-24-25,0 0,25 0,-1 0,-24 24,0-24,24 0,-49 0,25 25,0-25,25 0,-50 0,49 0,-24 0,49 0,-49 0,25 0,-25 0,-25 0,25 0,-1 0,1 0,-25 0,25 0,0 0,0 0,74 25,74-25,1 0,-75 0,50 0,-50 0,-49 0,0 0,-26 0,1 0,0 0,0 0,0 0,-25 0,49 0,-24 0,0 0,24-25,1 25,0 0,-1-25,-24 25,25 0,49 0,-50 0,51-24,-26 24,25 0,25-50,-24 25,24 25,-25 0,-50 0,1 0,-25 0,24 0,-49 0,25 0,25 0,-25 0,-25 0,49 0,-24 0,-25 0,25 0</inkml:trace>
  <inkml:trace contextRef="#ctx0" brushRef="#br0" timeOffset="37096.1215">2828 6921,'0'0,"0"0,223 0,100 0,98 0,-148 0,0 0,-74 0,-75 0,-50 0,-24 0,-50 0,49 0,-49 0,25 0,49 0,-49 0,25 0,24 0,-24 0,0 0,-1 0,26 0,-51 0,26 0,24 0,-49 0,0 0,25 0,-26 0,26 0,-25 0,24 0,-24 0,25 0,-1 0,1 0,-25 0,49 0,-49 0,0 0,0 0,-25 0,24 0,26 0,-25 0,49 0,1 0,-50 0,24 0,1 0,-1 0,-24 0,-25 0,50 0,-25 0,-1 0,1 0,0 0,0 0,0 0,-1 0,-24 0</inkml:trace>
  <inkml:trace contextRef="#ctx0" brushRef="#br0" timeOffset="41744.3877">4192 6102,'0'-25,"25"-24,50 24,24 0,-74 0,49 0,-24 1,-26 24,26-25,0 25,-50-25,24 25,1 0,0 0,-25 0,25 0,0 0,-1 0,-24 0,50 0,-25 0,-25 0,49 0,-49 0,25 0,-25 0,50 0</inkml:trace>
  <inkml:trace contextRef="#ctx0" brushRef="#br0" timeOffset="65944.7719">13172 8260,'24'0,"51"0,-1 0,25 0,-24 0,24 0,0 0,-24 0,24 0,-25 0,1 0,-26 0,-24 0,25 0,-1 0,-49 0,25 0,0 0,0 0,24 0,-49 0,25 0,-25 0,50 25,-25-25,-25 0</inkml:trace>
  <inkml:trace contextRef="#ctx0" brushRef="#br0" timeOffset="78432.4861">7739 10988,'25'0,"50"0,73 25,1 0,-25 0,25-25,-50 0,50 0,-50 25,1-25,-26 24,0-24,1 0,-26 0,1 0,0 0,24 25,1-25,49 0,-75 0,50 0,1 0,-1 0,-25 0,1 0,-1 0,25 0,-24 0,-1 0,-24 0,-1 0,26 0,-26 0,26 0,-1 0,1 0,-1 0,-24 0,98 0,1 0,-50 0,50 0,-25 0,50 0,-75 0,-49 0,49 0,-25 0,-49 0,25 0,-25 0,49 0,-49 0,49 0,25 0,-24 0,24 0,0 0,50 0,-74 0,24 0,-25 0,25 0,50 0,-50 0,75 0,0 0,-50 0,0 0,0 0,-25 0,25 0,-25 0,-24 0,-50 0,24 0,1 0,-25 0,-1 0,1 0,0 0,0 0,0 0,-1 0,1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09:39:49.3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13817 6846,'49'0,"1"0,-1 0,1 0,24 0,-24 0,-25 0,49 0,-24 0,24 0,-24 0,-25 0,49 0,-49 0,-25 0,50 0,-50 0,24 0,26 0,-50 0,50 0,-26 0,26 0,-25 0,24 0,-49 0,50 0,0 0,-26 0,1 0,25 0,-1 0,26 0,-1 25,-49-25,74 0,-24 0,-1 0,0 0,26 0,-1 0,-25 0,26 0,-26 0,0 0,-24 0,0 0,-1 0,-24 0,0 0,0 0,24 0,26 0,-51 0,51 0,-1 0,-24 0,24 0,26 0,-76 0,26 0,-25 0,49 0,1 0,-51 0,51 0,-1 0,25 0,1 0,48 0,-48 0,-1 0,50 0,-25 0,25 0,-1 0,-24 0,-49 0,24 0,0 0,-24 0,-1 0,25 0,-49 0,0 0,24 0,-24 0,-1 0,26 0,-75 0,49 0,1 0,-1 0,-49 0,50 0,-25 0</inkml:trace>
  <inkml:trace contextRef="#ctx0" brushRef="#br0" timeOffset="88632.0695">8880 11410,'0'0,"100"0,24 0,24 0,26 0,0 0,-50 0,49 0,-24 0,-50 0,1 0,-26 0,-24 0,-1 0,-49 0,25 0,25 0,-50 0,49 0,1 0,-25 0,24 0,1 0,0 0,24 0,-49 0,24 0,26 0,-26 0,26 0,-26 0,26 0,24 0,0 0,25 0,-24 0,-1 0,0 0,25 0,0 0,-25 0,25 0,-25 0,1 0,-1 0,-25 0,26 0,-26 0,-24 0,-1 0,-24 0,25 0,-50 0,24 0,-24 0,50 0,-50 0,25 0,-25 0,49 0,-24 0</inkml:trace>
  <inkml:trace contextRef="#ctx0" brushRef="#br0" timeOffset="97151.5567">11435 13742,'25'0,"50"25,73 24,-73-49,-1 25,50-25,-74 25,49-25,-25 0,1 0,-26 49,1-49,-25 0,49 0,-49 25,25-25,-25 0,24 0,1 0,-1 0,-24 0,50 25,-51-25,51 0,-26 0,26 50,-26-50,26 24,-26-24,51 0,-26 0,0 0,-49 0,50 0,-1 25,50-25,-49 50,-26-50,1 0,49 0,-74 0,24 0,-24 0,50 0,-26 0,1 0,49 0,-25 0,-24 0,25 0,24 0,-25 0,-24 0,49 0,-49 0,49 0,-25 0,-24 0,74 0,-25 0,50-25,-25 25,25 0,-50-25,75 0,-1 1,-24-1,25 0,-75 0,99-24,-74 49,0-25,-24 25,-26 0,25 0,-49-25,49 25,0-50,-99 50,50 0,-25 0,24 0,-24 0,0-24,0 24,0 0,-1 0,1 0,0 0,-25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09:43:30.9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8186 4415,'25'0,"0"0,24 0,-24 0,25 0,-26 0,51 0,-1 0,-24 0,-1 0,-24 0,50 0,-51 0,26 0,-25 0,24 0,-24 0,0 0,25 0,-26 0,1 0,25 0,-1 0,1 0,0 0,49 0,-25 0,-24 0,74 0,-25 0,0 0,1 0,-1 0,25 0,49 0,-73 0,-1 0,-49 0,-1 0,1 0,-1 0,-49 0,25 0,0 0,0 0</inkml:trace>
  <inkml:trace contextRef="#ctx0" brushRef="#br0" timeOffset="29567.6911">12973 5953,'25'0,"-25"0,50 0,-26 0,125 0,25 0,-25 0,-25 0,49 0,-24 0,-50 0,-24 0,-26 0,26 0,-1 0,1 0,-26 0,51 0,-26 0,-49 0,49 0,1 0,-26 0,26 0,-26 0,-24 0,25 0,-1 0,26 0,-51 0,26 0,24 0,-24 0,24 0,26 0,-51 0,26 0,24 0,-25 0,1 0,24 0,-25 0,26 0,-1 0,25 0,-25 0,0 0,50 0,-50 0,1 0,-26 0,-24 0,24 0,-49 0,0 0,24 0,-49 0,50 0,-1 50,-24-50,-25 0,25 0,0 0,0 0</inkml:trace>
  <inkml:trace contextRef="#ctx0" brushRef="#br0" timeOffset="46280.647">18678 7789,'0'0,"149"0,0 0,25 0,24 0,-24 0,-1 0,-74 0,26 0,-51 0,0 0,-24 0,-25 0,49 0,25 0,-24 0,24 0,50 0,-50 0,50 0,49 0,-24 0,24 0,-24 0,-75 0,0 0,25 0,-24 0,-1 0,-25 0,1 0,-50 0,49 0,-49 0,0 0,-1 0,-24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09:46:26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15379 4862,'0'0,"0"25,25-1,-25-24,25 0,0 25,-1-25,-24 0,25 0,0 50,25-50,-50 0,74 25,-49-25,25 0,-26 0,1 0,25 24,-25-24,24 0,-24 0,49 0,-49 0,50 0,-26 0,1 0,24 0,-24 0,24 0,1 0,-75 0,74 0,-24 0,-1 0,1 0,-50 0,50 0,24 0,-24 0,-26 0,51 0,-50 0,49 0,-74 0,50 0,-1 0,-49 0,50 0,-25 0,24 0,-24 0,0 0,0 0,24 0,1 0,-25 0,24 0,-24 0,-25 0,50 0,-1 0,1 0,-25 0,24 0,1 0,0 0,-26 0,26 0,-25 0,24 0,-24 0,50 0,-51 0,51 0,-50 0,24 0,-24 0,25 0,-26 0,1 0,0 0,0 0,0 0,-1 0,1 0,-25 0,50-24,-50 24,25 0,-1 0,1 0,25 0,-50 0,49 0,-24 0,0 0,25 0,-25 0,24 0,-24 0,25 0,-50 0,24 0,26 0,-25 0,0-25,24 25,-24 0,0 0,0 0,-1-25,26 25,-50 0,25 0,24 0,-49 0,50 0,-25 0,-25 0,25 0,-1 0,1 0,-25 0,25 0,0 0,0 0</inkml:trace>
  <inkml:trace contextRef="#ctx0" brushRef="#br0" timeOffset="25351.45">12527 5804,'25'0,"99"0,49 0,-49 0,50 0,-100 0,1 0,-51 0,51 0,-50 0,-1 0,1 0,-25 0,25 0,25 0,-25 0,49-25,-49 25,24 0,-24 0,50-24,-75 24,74 0,-74 0,25 0,24 0,1-25,-25 25,0 0,24 0,1 0,-1 0,1 0,24 0,1 0,49 0,-74 0,24 0,0 0,-24 0,49 0,-74 0,74 0,-24 0,24 0,0 0,-25 0,-24 0,49 0,0 0,1 0,49 0,-50 0,0 0,25 0,-25 0,25 0,-49 0,-1 0,0 0,-49 0,25 0,0 0,24 0,-49 0,74 0,-25 0,1 0,24 0,0 0,-24 0,49 0,-75 0,26 0,-1 0,-49 0,49 0,1 0,-1 0,1 0,24 0,0 25,0-25,-24 0,24 0,-25 0,25 0,-74 0,50 0,-26 0,1 0,0 0,-1 0,-49 0,50 0,-25 0,-25 0,49 0,-49 0,25 0,-25 0,50 0</inkml:trace>
  <inkml:trace contextRef="#ctx0" brushRef="#br0" timeOffset="52576.0072">16173 6995,'0'0,"74"0,-24 0,0 0,-1 0,26 0,-26 0,-24 0,0 0,24 0,-49 0,25 0,0 0,0 0,-25 0,50 0,-1 0,-49 0,25 0,0 0,0-25,-25 25,24 0,1 0,0 0,-25 0,25 0,24 0,-49 0,25 0,25 0,-50 0,49 0,-24 0,0 0,0 0,0 0,24 0,-24 0,-25 0,25 0,0 0,-1 0,-24 0,50 0,-25 0,0 0,24 0,1 0,-1 0,-24 0,50 0,-26 0,26 0,-1 0,25 0,-24 0,24 0,-25 0,1 0,49 0,0 0,-75 0,51 0,-26 0,1-25,-1 25,-24 0,24 0,0 0,1 0,-1 0,1 0,-1 0,0 0,-24 0,0 0,-26 0,51 0,-50 0,49 0,-24 0,-1 0,1 0,-25 0,49 0,-49 0,25 0,-26 0,26 0,-25 0,0 0,24 0,-24 0,-25 0,50 0,-50 0,24 0,26 0,-50 0,25 0,0 0,-1 0,-24 0,25 0</inkml:trace>
  <inkml:trace contextRef="#ctx0" brushRef="#br0" timeOffset="61663.5269">17959 7714,'0'-25,"50"25,-26 0,51 0,-50 0,24 0,-24 0,0 0,24-24,-24 24,25 0,-25 0,-25 0,49 0,-24-25,25 25,-26 0,26 0,-25 0,0 0,24 0,-24 0,25 0,-26 0,1 0,0 0,-25 0,25 0,0 0,0 0,-25 0,49 0,1 0,24 0,-49 0,49 0,26 0,-51 49,1-49,24 0,-24 0,24 0,-49 0,25 25,24-25,-24 0,-1 0,1 25,0-25,-26 0,51 0,-75 0,49 0,1 0,-50 0,25 0,0 0,-1 0,-24 0,25 0,25 0,-50 0,49 25,-49-25,25 0,-25 0,50 0,-25 0,-25 0,49 0,-24 25,0-25,0 0,-25 0,24 0,1 0,0 0,-25 0,25 0,24 0,-49 0,25 0,0 0,0 0,-25 0,49 0,-24 0,0 0,-25 0,25 0,25 0,-26 0,1 0,25 0,-50 0,49 0,-24 0,25 0,-50 0,25 0,24 0,-49 0,25 0,0 0,24 0,-49 0,50 0,-25 0,0 0,-1 0,26 0,0 0,-50 0,49 0,-24 0,0 0,0 0,24 0,-24 0,0 0,24 0,-49 0,50 0,-50 0,25 0,-25 0,49 0,-49 0,25 0,-25 0,50 0,-50 0,25 0,-25 0,25 0,-25 0,24 0,1 0</inkml:trace>
  <inkml:trace contextRef="#ctx0" brushRef="#br0" timeOffset="84135.8121">19373 8582,'25'0,"-1"0,1 0,50 0,49 0,-50 0,25 0,-49 0,49 0,-24 0,-26 0,1 0,24 0,1 0,-26 0,26 0,-1 0,-49 0,74 0,-25 0,-49 0,25 0,-25 0,24 0,-24 0,25 0,-1 0,-49 0,75 0,-26 0,-24 0,0 0,25 0,-26 0,-24 0,25 0,25 0,-1 0,-49 0,50 0,0 0,24 0,-49 0,24 0,1 0,0 0,-26 0,51 0,-26 0,26 25,-75-25,49 0,1 0,-25 0,0 0,-25 0</inkml:trace>
  <inkml:trace contextRef="#ctx0" brushRef="#br0" timeOffset="95162.4427">11336 9674,'0'0,"124"0,25 0,0 0,24 25,1-1,-50-24,50 0,-75 0,25 0,-25 50,0-50,50 25,-25 0,-49-25,-26 0,26 0,-1 0,-49 0,24 0,1 0,-25 0,0 0,0 0,24 0,-24 0,49 0,1 0,-50 0,74 0,-25 0,1 0,-26 0,50 0,-24 0,49 0,-50 0,26 0,-26 0,25 0,-49 0,49 0,-25 0,26 0,-26 0,25 0,25 0,-25 0,1 0,-1 0,50 0,-50 0,50 0,24 0,-49 0,50 0,25 0,-26 0,75 0,-49 0,-75 0,49 0,1 0,-25 0,-50 0,25 0,25 0,-50 0,50 0,-50 0,-25 0,-24 0,25 0,-26 0,-49 0,25 0,25 0,-1 0,-24 0,-25 0,25 0,24 0,-49 0,25 0,25 0,-50 0,49 0,-24 0,0 0,-25 0</inkml:trace>
  <inkml:trace contextRef="#ctx0" brushRef="#br0" timeOffset="118671.7876">14015 11112,'25'0,"124"0,-25 0,24 0,1 0,-49 0,-1 0,0 0,0 0,0 0,1 0,-51 0,26 0,-1 0,0 0,-49 0,74 0,-24 0,-25 0,24 0,25 0,0 0,1 0,-26 0,50 0,-25 0,-24 0,-26 0,26-49,-1 49,1 0,-26 0,26 0,-51 0,51 0,-26 0,1 0,24 0,-49 0,25 0,24 0,-24 0,-50 0,25 0,24 0,-49 0,50 0</inkml:trace>
  <inkml:trace contextRef="#ctx0" brushRef="#br0" timeOffset="128648.3583">14958 12328,'24'0,"1"0,25 0,-25 0,-1 0,1 0,0 0,0 0,24 0,-24 0,50 0,-51 0,51 0,-1 0,1 0,-26 0,51 0,-26 0,0 0,1 0,49 0,-75 0,26 0,-1 0,1 0,-51 0,51 0,-1 0,-24 0,-1 0,1 0,-25 0,25 0,-50 0,49 0,-24 0,-25 0,50 0,-26 0,26 0,-25 0,0 0,-1 0,1 0,-25 0,25 0,25 0,-50 0,24 0,1 25,-25-25</inkml:trace>
  <inkml:trace contextRef="#ctx0" brushRef="#br0" timeOffset="137695.8757">23069 12998,'25'24,"24"-24,26 0,-51 0,26 0,-50 0,50 0,24 0,-24 0,-1 0,-24 0,25 0,-50 0,49 0,1 0,-1 0,-49 0,75 0,-50 0,24 0,-24 0,25 0,-1 0,26 0,-50 0,24 0,-24 0,-25 0,50 0,-50 0</inkml:trace>
  <inkml:trace contextRef="#ctx0" brushRef="#br0" timeOffset="139239.9639">4440 13444,'100'0,"48"0,-24 0,75 0,-25 0,-100 0,25 0,-49 0,-25 0,-1 0,-24 0,25 0,0 0,0 0,-25 0</inkml:trace>
  <inkml:trace contextRef="#ctx0" brushRef="#br0" timeOffset="145072.2976">16768 3696,'-74'25,"74"24,0 26,0-50,0 49,0-74,0 25,0 49,0-49,0 0,0 0,0-25,0 24</inkml:trace>
  <inkml:trace contextRef="#ctx0" brushRef="#br0" timeOffset="146176.3608">16719 3646,'25'0,"-25"0,49 0,1 0,-25 0,-1 0,-24 0,50 0,-50 25,25-25,0 0,-1 0,1 25,0 0,0 0,-25-25,25 49,-1-24,1 0,0 49,-25-24,0-50,0 49,0 1,0-25,0 0,0 24,0 1,0-50,0 25,0-1,0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09:49:38.1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7367 10344,'50'24,"49"-24,-74 0,25 0,24 0,-24 0,49 0,-74 0,-1 0,1 0,50 0,-75 0,24 0,1 0,0 0,25 0,-1 0,1 0,-25 0,49 0,-24 0,24 0,1 0,24 0,-25-49,50 49,-74 0,-25 0,24 0,1 0,-50 0,25 0,-25 0,49 0,-49 0</inkml:trace>
  <inkml:trace contextRef="#ctx0" brushRef="#br0" timeOffset="10152.5807">8459 10418,'0'0,"0"0,99 0,-74 0,24 0,-24 0,-25 0,50 0,-25 0,24 0,-24 0,25 0,-26 0,-24 0,25 0,25 0,-25 0,-25 0,24 0,26 0,-50-25,50 25,-26-25,1 25,0-24,0-1,24 25,-24 0,0-25,25 0,-50 25,25-25,-1 25,26-24,-50 24,25-50,24 50,-24-25,25 25,-50-25,25 1,-1-1,1 25,-25 0,25 0,0-25,0 25,-1-25,1 0,-25 25,25-25,0 1,0-1,-25 25,49-50,-49 50,0-49,0 24,25-25,-25 25,0-24,0 49,0-50,0 25,0 1,0-26,0 50,0-25,0-49,-25 74,0-50,25 25,-24 25,-1-24,0-1,25 25,-50-25,50 0,-49 0,49 25,-25-24,0 24,0-25,1 25,-1 0,-25 0,25 0,1 0,-1 0,25 0,-25 0,0 0,0 0,25 0,-24 0,-1 0,0 0,0 0,0 0,0 0,-24 0,24 0,-25 0,1 0,-1 0,1 0,-1 0,-24 0,-1 0,50 0,-24 0,24 0,-25 0,26 0,-26 0,0 0,50 0,-49 0,-1 0,25 25,1-25,24 0,-25 0,0 0,0 24,0-24,1 0,-26 0,50 25,-25-25,0 0,0 0,1 25,24-25,-25 25,-25-25,25 25,1-1,-1-24,25 25,-25 0,0 0,25-25,0 25,0-25,0 49,0-49,0 25,0 0,0-25,25 25,-25-25,25 0,0 0,-25 24</inkml:trace>
  <inkml:trace contextRef="#ctx0" brushRef="#br0" timeOffset="27183.5548">18033 9699,'0'0,"100"0,-51 0,26 0,-26 0,-24 0,0 0,24 0,-49 0,50 0,-25 0,0 0,24 0,-24 0,25 0,-26 0,51 0,-50 0,24 0,-24 0,50 0,-51 0,26 0,0 0,-1 0,1 0,24 0,-24 0,-1 0,26 0,-26 0,1 0,24 0,-49 0,25 0,24 0,-24 0,49 0,-49 0,-1 0,26 0,-26 0,-24 0,50 0,-75 0,24 0,26 0,-25 0,24 0,1 0,-50 0,25-25,24 25,-49 0,50 0</inkml:trace>
  <inkml:trace contextRef="#ctx0" brushRef="#br0" timeOffset="44655.5542">12502 13469,'0'25,"0"99,0-50,0 25,0-24,0 24,0-25,0-49,0 50,0-26,0-24,0 0,0 0,0-1,-25-24,25-74,0 24,0 50,-25-49,25-1,0 1,0-1,0 25,0-24,0 49,0-25,0 0,0 0,0 25,0-25,0 1,0-1,0 25,0-25,0-25,0 50,0-49,0 49,0-25,0 25,25-25,-25 25,-74 50,-50 24,49 1,1-26,-1 1,1-1,24-24,50 0,25-75,99-24,-74 24,24-24,-24 24,-1 26,1-26,-50 50,50-25,-50 0,24 1,1 24,0 0,-25 0,99 49,1 26,-76-26,51 1,-26-1,1 26,49-1,-74-24,0-50,-25 25,25-1</inkml:trace>
  <inkml:trace contextRef="#ctx0" brushRef="#br0" timeOffset="46279.647">5681 13444,'0'0,"99"0,25 0,49 0,51 0,-26 0,1 0,-1 0,50 0,-124 0,25 0,25 0,-50 0,24 0,-24 0,100 0,-125 0,25 0,0 0,-25 0,-24 0,-1 0,-49 0,0 0,-1 0,1 0</inkml:trace>
  <inkml:trace contextRef="#ctx0" brushRef="#br0" timeOffset="59167.3842">6226 12923,'-24'25,"24"25,148 24,1-49,50-25,49 25,-25-25,50 0,-100 0,75 0,-124 0,25 0,-49 0,-51 0,-24 0,25 0,-50 0,24 0,1-25,-25 25</inkml:trace>
  <inkml:trace contextRef="#ctx0" brushRef="#br0" timeOffset="62471.5732">8409 11361,'25'-25,"49"25,1 0,74 25,-125-25,26 0,-25 0,24 24,-49-24,0 0,-24 25,-1-25,0 0,-49 0,24 0,0 0,26 0,-26 0,25 0,-24 0,49 0,-50 0,25 0,25 0,-25 0,1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09:54:29.4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4515 5978,'0'0,"124"0,-25-25,25 25,-25-25,1 25,24-49,-75 49,-24 0,74 0,-99 0,25 0,25-25,-50 25,49 0,-24 0,25-25,-26 25,1 0,25 0,-25 0,24 0,26 0,-26 0,-24 0,25 0,-1 0,1 0,-1-25,-24 25,25 0,-25 0,24 0,1 0,-25 0,24 0,-24 0,50 0,-51 0,-24 0,50 0,-25 0,0 0,24 0,-49 0,25 0,-25 0,50 0,-50 0,24 0,1 0,-25 0,50 0,-25 0,-1 0,-24 0,25 0,25 0,-25 0,-1 0,26 0,0 0,-26 0,51 0,-1 0,-49 0,0 0,25 0,-26 0,-24 0,50 0</inkml:trace>
  <inkml:trace contextRef="#ctx0" brushRef="#br0" timeOffset="9874.5648">1489 7441,'-25'0,"0"0,25 0,-25 0,-49 25,49 0,-49 0,49 0,-50-1,51 26,-26-25,0 49,26-49,24 25,-25-1,25 1,0 24,0-24,0 0,0 24,0-49,0 0,0 49,49-49,-49 0,25 49,25-24,-50-50,74 74,-74-49,25 0,0 24,-25-49,25 25,-25 0,24 24,-24-49,0 25,0 0,-24 0,-1-25,-25 0,25 0,25 0,-49 0,49 0,0 0,49 0,-24 0,0 25,-25-1,25 26,0 0,-25-26,0 26,0 0,0-1,0-24,0 25,0-1,0-24,0 0,0 0,0 24,0-49,0 50,0-25,0 0,24-25,-24 49,0-24,0-25,0 50,50-26,-25 1,-25 0,0 0,0-25,0 25,25-1,-1 1,1 0,-25 0,25 24,25-24,-50 25,24-50,-24 25,50 24,-25-49,0 0,-1 0,1 0,-25 0,25 0,0 0,24 0,51 0</inkml:trace>
  <inkml:trace contextRef="#ctx0" brushRef="#br0" timeOffset="11520.659">12998 7069,'0'0,"74"0,26 0,48-24,26-51,0 26,49-26,-99 75,25-25,-50 25,0 0,-99 0,75 0,-1 0,1 25,-26 0,50 25,-74-26,25 51,-25-26,-1 1,-24-25,75 74,-75-49,0-26,0 51,0-1,0-24,0-1,0 1,0 24,-25 1,0-26,0 26,1-1,-1 50,0-49,25-26,-50 26,50-1,0-24,0-1,0-24,0 25,0-25,0-1,0 1,25 0,0 0,0-25,0 0,-1 0,1 0,0 0,-25 0,50 0,-1 0,-49 0,25 0,-25 0,25 0,-25 74,0 1,0-1,0 25,0-24,0 24,0-25,0 1,0-1,0-49,0 49,0-49,0-25,0 50,0-25,0-1,0 1,0-25,0 25,-25 0,25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09:55:48.1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3820 7516,'0'0,"0"0,25 25,-25-25,50 0,-26 0,26 49,-25-49,-25 0,50 0,-26 0,76 25,-100-25,74 0,0 0,-24 0,0 0,-1 0,26 0,-26 0,-24 0,49 0,1 0,-26 0,26 0,-1 0,-24 0,49 0,-24 0,-26 0,1 0,24 0,-74 0,25 0,25 0,-50 0,24 0,1 0,0 0,0 0,0 0,24 0,1 0,-25 0,24 0,1 0,-1 0,1 0,24 0,1 0,-50 0,49 0,1 0,-26 0,1 0,24 0,-49 0,49 0,-24 0,0 0,24 0,-24 0,-1 0,26 0,-26 0,1 0,-25 0,24 0,1 0,-1 0,-24 0,50 0,24 0,-25 0,1 0,24 0,-25 0,26 0,-1 0,0 0,25 0,0 0,-25 0,25 0,-49 0,-26 0,-24 0,50 0,-51 0,51 0,-75 0,49 0,1 0,-50 0,25 0,0 0,-1 0,-24 0,25 0,0 0</inkml:trace>
  <inkml:trace contextRef="#ctx0" brushRef="#br0" timeOffset="29776.7031">1836 9599,'25'-24,"-25"24,0 0,-50 0,50 0,-25 0,-24 0,49 0,-25 0,25 0,-50 0,50 0,-25 0,-24 0,49 0,-50 0,25 0,1 0,24 0,-25 0,-25 24,25 1,-24-25,-1 50,25-25,25-1,-49 26,24-50,0 50,25-50,-25 24,25 51,0-75,-24 74,24-49,0 25,0 24,0 1,0-1,0 0,0 1,0-50,0 49,0-49,0 74,0-49,0-1,24 1,1-25,-25-25,0 49,0-24,0 0,0-25,-25 0,1 0,-26-25,50 25,0 0,0 0,25 0,24 0,-49 0,25 74,-25-49,0 0,0 0,0-25,0 49,0-24,0-25,0 25,0 0,0 0,0 0,0-1,0 26,0-50,0 50,0-26,0 26,0-25,0 0,0 24,0-24,0 0,0 0,0-1,0 1,0 0,25 0,0 0,0-1,-1-24,1 0,0 0,25 0,-1 0,-49 0,50 0,-25 0,-25 0,49 0,-49 25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09:57:00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1737 15131,'-25'-25,"0"25,25 0,-25 0,0 0,1 0,24 0,-25 0,0 25,-49 74,49-25,25 1,-75-25,51 24,24 0,0-49,0 50,0-51,0 26,0 24,0-24,0 0,0-26,0 1,0 0,0 25,0-1,0-49,0 50,24-50,-24 25,0-1,0 26,0-25,0-25,0 25,0-25,-24 49,-1-49,0 0,25 0,-25 0,-24 0,49 0,-50 0,25 0,25 0,0 0,0 50,0 24,25 1,0 24,0 0,-1-24,1-26,-25 1,0-1,0-24,50 0,-25 49,-25-24,0-25,0 0,24 24,-24-49,25 50,0-50,0 49,-25-49,25 50,-25-50,24 25,1 0,-25-1,0 26,25-50,0 25,-25-25,25 50,-1-50,1 0,-25 0,25 0,0 24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09:57:19.8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2977 6424,'74'0,"75"0,25 0,-50 0,25 0,-50 0,-25 0,-49 0,25 0,-50 0,24 0,-24 0,50 0,-25 0,-25 0,50 0,-1 0,1 0,-25 0,24 0,-24 0,25 0,-26 0,1 0,0 0,0 0,0 0,24 0,-24 0,25 0,-26 0,1 0,0 0,25 0,24 0,-24 0,-26 0,1 0,25 0,-25 0,24 0,-24 0,50 0,-51 0,26 0,-50 0,25 0,24 0,-49 0,25 0,25 0,49 0,-74 0,24 0,1 0,-50 0,50 0,-26 0,26 0,-25 0,49 0,1 0,-26 0,-49 0,50 0,-25 0,49 0,0 0,-24 0,0 0,-25 0,49 0,0 0,-74 0,100 0,-26 0,0 0,-24 0,0 0,-1 0,26 0,24 0,-74 0,24 0,-24 0,49 0,-74 0,75 0,-75 0,25 0,24 0,-24 0,25 0,-1 0,1 0,49 0,0 0,-24 0,-1 0,75 0,-50 0,-49 0,24 0,26 0,-26 0,-24 0,-26 0,1 0</inkml:trace>
  <inkml:trace contextRef="#ctx0" brushRef="#br0" timeOffset="21625.2369">4862 10468,'0'0,"0"49,50-49,74 50,-75-50,51 25,48-1,26-24,0 0,-1 0,-24 0,25 0,-1 0,1 0,-25 0,24 0,-73 0,-1 0,-50 0,1 0,0 0,-1 0,-24-24,25 24,-25 0,-1 0</inkml:trace>
  <inkml:trace contextRef="#ctx0" brushRef="#br0" timeOffset="23704.3558">7094 9723,'25'-49,"0"24,0 0,0 0,0 1,-25-1,49 0,-49 25,50-50,-25 26,-1-1,26-25,-50 50,25-25,24-24,-24 24,0 0,25 0,-26 1,51-1,-1 0,25-25,-24 1,49 24,-50 25,1-25,98-25,-24 26,0-26,0 50,24-50,1 26,-25-26,99 0,-25 26,25-51,-25 1,1 24,-1-24,-49 49,-50-49,-25 24,0 0,-74 50,24-24,1-1,-25 25,25 0,24-25,-24-25,49 26,-25 24,75-50,-75 25,26 0,-1 0,-25-24,-24 49,24 0,-24-25,-1 0,26 25,-50-25,24 25,1-24,0 24,-50 0,49 0,-24 0,0 0,24 0,-24 0,50 0,-51 0,26 0,0 24,-1-24,-24 0,25 25,-26 0,1-25,-25 25,50 0,-50-25,49 24,-49-24,0 25,0 0,0 0,0-25,0 50,25-50,-25 24</inkml:trace>
  <inkml:trace contextRef="#ctx0" brushRef="#br0" timeOffset="38002.1735">8657 8905,'50'-50,"-1"50,1 0,24-25,1 1,-26-1,26 25,-50 0,49 0,-74 0,25 0,-25 0,49 0,-49 0,25 0,0 25,-25 24,50 26,-50-51,0 51,0-25,0-1,0-24,0 25,0 24,0-49,0 0,0 24,0 1,0-25,0 24,0 1,0-25,0 49,0-49,25 49,24-49,1 25,-1-26,1 1,0 0,-26-25,26 0,-50 25,25 49,-25 26,0-26,0 25,0 0,0 1,0-1,0-25,0 1,0 49,0-124,0 74,-25-24,0-1,25 26,-25-51,1 1,24 25,0-25,-25 24,-25 1,50 0,-25-26,1 51,-1-50,0 24,0-24,25 0,0 0,-25-25,1 24,24 1,-25-25,25 25,0-25,-50 50,50-50,-50 49,50-49,-24 25,-51-25,50 0,-49 0,24 25,-24-25,-25 0,24 0,-24 0,25 0,49 0,-25 0,26 0,-26 0,0-50,26 50,-1-25,0 1,0-26</inkml:trace>
  <inkml:trace contextRef="#ctx0" brushRef="#br0" timeOffset="40696.3275">2828 9079,'-25'0,"0"0,1 24,24 1,-25 25,25 24,0-49,-25 49,-25-24,50 0,0 24,-24-49,24 0,-25-1,25 1,0 25,0-25,0-25,0 49,0-24,0 0,0 24,0-24,0 0,0 0,0 0,0-1,0 26,0-50,0 50,0-25,0 24,0-24,0 0,0 24,0-49,0 50,0-25,0-25,0 25,0 24,0-49,0 25,0 0,0 0,0-25,0 24,0 1,0 0,0-25,0 25,0 24,0-24,25-25,-25 50,24-25,-24-25,0 49,0-24,0-25,25 50,-25-26,25 1,-25 0,0 0,25 0,-25-1,0 1,25 0,-25 25,0-26,24-24,-24 25,25-25,-25 25,25 0,-25-25,0 25,25 0,-25-1,25-24,-25 25,0-25,24 25,1 0,-25 0,25-25,-25 24,25 1,-25 0,25-25,-25 0,25 25,-25-25,49 25,-49-25,25 0,-25 0,50 0,-50 0,49 0,-24 0,-25 0,50 24,24-24,-24 0,-26 0,26 0,0 0,-1 0,-24 0,0 0,24 0,-24 0,-25 0,25 0,0 0,0 0,24 0,-49 0,25 0,-25 0,25 0,-25 0,25 0,-1 0,-24 0,25 0,0 0,0 25</inkml:trace>
  <inkml:trace contextRef="#ctx0" brushRef="#br0" timeOffset="43376.481">2778 9103,'0'0,"75"0,24 0,-24 0,73 0,-48 0,-1 0,50 0,-75 0,25 0,-24 0,-26 0,-24 0,25 0,-1 0,26 0,-50 0,49 0,0-24,26 24,-51-25,-24 25,0 0,-25 0,25 0,24 0,-24 0,173 0,125 0,49 0,-74 0,-26 0,-23 0,-125 0,-25 0,-25 0,-49 0,0 0,0 0,-1 0,26 0,0 0,49 0,-25 0,25 0,-24 0,24 0,0 0,25 0,-24 0,24 0,0 0,24 0,76 0,-75 0,99 0,-50 0,-24-25,-26 0,-48 0,-1 25,-25 0,-24 0,0 0,-1-49,1 49,24 0,-49 0,49 0,-24 0,0 0,-50 0,49 0,-24 0,-25 0,25 0,0 0,-1 0,-24 0,50 0,0 0,-1 0,-24 0,0 0,24 0,-49 74,25 25,-25-24,0-26,0 26,0-1,0-24,0-1,0-24,0 74,0-49,50 0,-50-1,0-24,0 74,0-24,0-1,0-24,0-1,25 26,-25-26,0 26,0 24,0-25,0-49,0 50,0-51,0 26,0-25,0-25,0 49,0-49,0 50,-25-50,25 25,0-25,-25 25,0-1,0-24,-49 50,24-50,-74 25,-24 0,-26-1,-74 51,-25-75,0 0,-24 0,-26 0,25 0,-49 0,74 0,75 0,-1 0,51 0,98 0,0 0,1 0,24 0,25 0,-25 0,0 0,-24 0,24 0,-49 0,49 0,-25 0,-24 0,24 0,0 0,26 0,-26 25,50-25,-25 0,25 0,-49 24,49-24,-25 0,25 0,-50 0,50 0,-25 25,25-25,-74 0,24 25,1 25,49-50,-50 0,1 0,-1 0,25 25,0-25,-49 0,24 24,26-24,-51 0,1 0,-25 25,49-25,-49 25,24-25,-24 0,0 0,-25 25,25-25,-1 0,26 0,0 0,24 0,50 0,-50 0,50 25,-24-25,24 0,-50 0,25 0,0 24,0-24</inkml:trace>
  <inkml:trace contextRef="#ctx0" brushRef="#br0" timeOffset="53862.0807">18405 10368,'0'-24,"25"24,25 0,-50 24,49 1,1 0,-50 0,25 0,-25-25,0 24,49 1,-49 25,0-25,0 24,0-49,0 50,-24-1,24-24,-75 50,50-26,-24 1,49-25,-25-1,0 26,25-50,-25 25,25 0,0-1,0-24,25 25,25-25,-1 0,1 0,24 0,-24 0,0 0,-50 0,49 0,-49 25,0 0,0 25,0-1,0 26,0-51,0 26,0-25,0 49,0-49,0 0,-25 24,1-49,-1 50,25-50,-25 50,0-50,0 49,1-24,24-25,-25 50,25-50,-25 0,0 24,-24-24,49 0,-50 50,25-50,25 0,-25 0,1 0,-1 0,25 0,-50 0,25 0,25 0,-49 0</inkml:trace>
  <inkml:trace contextRef="#ctx0" brushRef="#br0" timeOffset="67704.8725">8236 12129,'49'0,"26"0,24 0,25 0,-25 0,-49-24,24 24,0-25,-49 25,0 0,25 0,-26 0,1-25,0 25,0 0,0 0</inkml:trace>
  <inkml:trace contextRef="#ctx0" brushRef="#br0" timeOffset="75544.3209">4019 12824,'0'0,"49"0,1 0,0 0,-26 0,26 0,0 0,-50 0,74 0,-49 0,24 0,-24 0,25 0,-25 0,49 0,-49 0,49 0,-24 0,-25 0,74 0,-50 0,1 0,0 0,-1 0,1 0,24 0,-24 0,0 0,-26 0,1 0,25 0,-25 0,24 0,-24 0,74 0,-24 0,-1 0,25 0,0 0,-24 0,24 0,-24 0,-1 0,-49 0,49 0,-24 0,49 25,-49-25,24 0,0 0,-24 0,24 25,1-25,-26 0,51 24,-26-24,25 25,-24-25,-1 0,-24 0,74 0,-50 0,1 0,-1 0,-24 0,24 0,0 0,-49 0,50 0,-1 0,25 0,-49 0,24 0,1 0,-1 0,-24 0,-1 0,26 0,-1 0,-24 0,24 0,-49 0,25 0,-1 0,26 0,-75 0,49 0,1 0,-1 0,-24 0,50 0,-50 0,24 0,-24 0,49 0,-49 0,50 0,-1 0,0 0,1 0,-1 0,25 0,-24 0,24 0,0 0,-24 0,-1 0,1 0,-1 0,50 0,-50 0,26 0,-26 0,-24 0,24 0,-24 0,24 0,-24 0,24 0,25 0,-49 0,24 0,1 0,-50 0,49 0,-24 0,24 0,-24 0,-26 0,26 0,0 0,-1 0,-49 0,75 0,-51 0,51 0,-1 0,-24 0,-1 0,-24 0,25 0,-50 0,25 0,49 0,-24 0,-1 0,26 0,-50 0,49 0,0 0,26 0,-76 0,26 0,-25 0,49 0,-49 0,25 0,-26 0,51 0,-1 0,1 0,-1 0,1 0,-51 0,51 0,-26 0,1 0,0 0,-26 0,26 0,0 0,24 0,-49 0,49 0,-24 0,-25 0,74 0,-25 0,-49 0,25 0,-25 0,49 0,-49 0,0 0,-1 0,26 0,0 0,24 0,-24 0,-1 0,26 0,-51 0,1 0,25 0,-1 0,-24 0,0 0,0 0,0 0,24 0,-49 0,25 0,0 0,0 0</inkml:trace>
  <inkml:trace contextRef="#ctx0" brushRef="#br0" timeOffset="88273.0489">12179 13047,'25'0,"25"0,123 0,-48 0,-1 0,0 0,-25 0,25 0,-50 0,25 0,-74 0,50 0,-1 0,0 0,-24 0,49 0,1 0,-26 0,0 0,-49 0,25 0,-25 0,49 0,-49 0,49 0,-49 0,49 0,1 0,-26 0,1 0,24 0,-49 0,50 0,-50 0,-25 0,49 0,1 0,-1 0,-49 0,50 0,-25 0,0 0,-25 0,24 0,26 0,-50 0,50 0,-26 0,26 0,-25 0,0 0,-1 0,1 0,-25 0,50 0,-1 0,-24 0,25 0,-25 0,49 0,-24 0,-50 0,24 0,26 0,-25 0,-25 0,25 0,-1 0,1 0,-25 0,25 0,0 0,0 0,-25 0,49 0,-24 0,-25 0,25 0,0 0,0 0,-25 0,24 0,1 0,0 0,49 0,-49 0,0 0,0 0,74 0,-99 0,25 0,24 0,-24 0,0 0,25 0,-50 0,24 0,1 0,-25 0,25 0,0 0,0 0,-25 0,24 0,1 0,25-25,-50 1,25 24,-1 0,1 0,-25 0,25 0,25 0,-50 0,25 0,24 0,-24 0,25 0,-1 0,1 0,-50 0,49 0,-24 0,0 0,25 0,-50 0,24 0,-24 0,50 0,-50 0,25 0,-25 0,49 0,-49 0,25 0,-25 0,50 0,-25 0,-25 0,49 0,-49 0,25 0,-25 0,50 0,-50 0,24 0</inkml:trace>
  <inkml:trace contextRef="#ctx0" brushRef="#br0" timeOffset="91792.2502">18182 13097,'-49'0,"73"0,1 0,0 0,-25 0,25 0,0 0,-1 0,-24 0,25 0,0 0,0 0,-25 0,25 0,-1 0,1 0,25 0,-25 0,-25 0,49 0,-49 0,25 0,-25 0,50 0,-50 0,24 0,-24 0,0 0,0 0,-24 25,-1-25,-50 0,-49 0,50 0,0 0,-1 0,75 0,-25 0,1 0,-1 24,25-24,0 0,49 0,-49 0,25-24</inkml:trace>
  <inkml:trace contextRef="#ctx0" brushRef="#br0" timeOffset="96240.5046">19794 13097,'0'0,"75"0,24 0,0 0,25-25,-24 25,24-25,-50 25,25-25,-74 25,49-24,1 24,-26 0,26-25,-75 25,50 0,-1 0,1-25,24 25,-49 0,74-25,-99 25,50 0,-25 0</inkml:trace>
  <inkml:trace contextRef="#ctx0" brushRef="#br0" timeOffset="99560.6945">2282 8558,'0'0,"-49"0,-26 0,-24 0,25 0,-25 0,24 0,1 0,-1 0,-24 0,25 0,-1 0,50 0,-24 24,24-24,25 0,-25 0,25 25,-25-25,1 0,24 0,0 25,0 25,0-1,0 1,0 24,0 25,0-24,0 24,0-24,0-1,0 0,24 26,1 24,25-25,-50-25,25-24,-25 24,24 1,26-1,-25 1,0 24,-25 0,49-25,1 26,-25-1,-1-50,26 26,-50-26,50 75,-26-99,26 74,-25-24,0 24,0-49,-1 24,26 1,-25-26,-25 1,49-1,-24 1,-25-25,0 24,0 1,25 0,-25-26,0 51,0-50,0 24,50 1,-50-1,0 26,0 24,0-74,0 25,0-26,0 51,0-75,0 25,0 24,0-24,0 0,0 24,0-49,0 25,0 25,0-50,0 25,0-1,0 1,0-25,0 50,0-25,0-25,0 24,0 1,0 0,0-25,0 25,0 24,0-49,0 50,0-25,0 0,0 24,0-49,0 25,0 25,0-50,0 49,0-24,0-25,0 25,24 0,-24-25,0 25,25-1,0-24,0 25,0-25,-1 0,1 0,25 0,-25 0,49 0,-49 0,24 0,-24 0,-25 0,50 0</inkml:trace>
  <inkml:trace contextRef="#ctx0" brushRef="#br0" timeOffset="108928.2303">13023 14858,'99'0,"50"0,24 0,1 0,-25 0,-25 0,-50 0,1 0,-26 0,-49 0,50 0,-25 0,-25 0,49 0,1 0,-25 0,24 0,1 0,0 0,-26 0,26 0,-25 0,49 0,-49 0,50 0,-1 0,0 0,1 0,-26 0,-24-25,25 25,-25 0,-1 0,1 0,0-49,0 49</inkml:trace>
  <inkml:trace contextRef="#ctx0" brushRef="#br0" timeOffset="116088.6399">12179 8384,'-24'0,"-26"0,25 0,-24 0,-26 50,26-1,-1 1,0-1,26 1,-1 24,-25 1,50-26,0 1,0 0,0 24,0-24,0-1,0 1,50 24,-1 26,-24-76,25 51,-25-26,-1 1,51 24,-75-24,25-25,24 49,-49-74,25 25,-25 25,25-26,-25 1,0 50,0-75,0 24,0 26,0-50,0 25,0 25,-25-26,0 1,0 0,-24 0,24 0,-25-25,50 0,-24 0,24 0,-50 0,50 0,-25 0,25 0,-49 0,49 24,24 26,26 49,-50-74,25 49,49 50,-49-74,0 0,-25-1,0-24,0 25,0-1,0 1,0-50,0 49,49-24,-49 0,0-25,0 50,0-26,0 1,0 0,0 25,0-50,0 25,25 24,-25-49,0 50,0-25,0-1,25-24,-25 25,0-25,0 25,0-25,0 50,25-26,-25 1,25 25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10:00:06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3895 11559,'49'0,"-49"0,25 0,0 0,0 0,-25 0,25 25,-1-25,1 0,-25 0,50 25,-50-25,25 0,-25 0,24 0,-24 24,50-24,-25 0,0 0,-1 0,1 0,-25 25,25-25,0 0,0 0,-25 25,24-25</inkml:trace>
  <inkml:trace contextRef="#ctx0" brushRef="#br0" timeOffset="14503.8295">16371 11609,'0'0,"75"0,24 0,50 0,49 0,-49 0,-25 0,25 0,-99 0,49 0,-74 0,24-25,-49 25,25 0</inkml:trace>
  <inkml:trace contextRef="#ctx0" brushRef="#br0" timeOffset="15505.8867">15875 10864</inkml:trace>
  <inkml:trace contextRef="#ctx0" brushRef="#br0" timeOffset="16303.9325">15975 11509,'0'50,"0"-25,0 49,0-74,0 99,-25-74,-25 50,1-1,24-24,-25-1,1 1,24-25,0-1,25-24,-25 0,0 25,25-25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10:00:55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12179 3696,'25'0,"25"0,-25 0,24 0,1 0,-1 0,-24 0,50 0,-50 0,74 0,-50 0,1 0,24 0,1 0,-1 0,-49 0,49 0,-24 0,24 0,-49 0,0 0,25 0,-26 0,1 0,0 0,25 0,-26 0,26 0,-25 0,49 0,-49 0,50 0,-1 0,-49 0,24 0,-24 0,50 0,-51 0,26 0,-25 0,49 0,-24 0,-1 0,26 0,-26 0,26 0,-1 0,1 0,24 0,-25 0,1 0,-1 0,25 0,-24 0,24 0,0 0,-49 0,49 0,0 0,-24 0,-1 0,-24 0,-1 0,-24 0,50 0,-51 0,1 0,0 0,-25 0,25 0,49 0,-74 0,25 0,25 0,-1 0,1-25,-1 25,-24 0,-25 0,75 0,-26 0,-24 0,0-50,24 50,1 0,24 0,-24-24,49 24,-49 0,24 0,1-25,-50 25,49 0,0-50,-49 50,0 0,25 0,-26 0,26 0,-25 0,24 0,-24 0,0-25,49 25,-49 0,50 0,-26-24,-24 24,50-25,-26 25,1 0,-25-25,24 25,-24 0,0 0,0 0,-25 0,24 0</inkml:trace>
  <inkml:trace contextRef="#ctx0" brushRef="#br0" timeOffset="3600.2059">3027 4266,'0'0,"99"0,0 0,0 0,25 0,0 0,-25 0,50 0,-74 0,-1 0,1 0,-26 0,1 0,-1 0,-24 0,0 0,49 0,-49 0,-25 0,75 0,-51 0,26 0,-25 0,49 0,-24 0,-1 0,26 0,-1 0,-49 0,25 0,-1 0,26 0,-50 0,24 0,-24 0,49 0,-74 0,50 0,0 0,-1 0,-24 0,25 0,-26 0,51 0,-50 0,-1 0,1 0,-25 0,25 0,0 0,0 0</inkml:trace>
  <inkml:trace contextRef="#ctx0" brushRef="#br0" timeOffset="20641.1806">3671 8409,'25'0,"74"0,25 49,-74-49,25 0,-51 25,76-25,-26 0,-24 0,24 0,-24 0,-1 0,1 0,-25 0,-1 0,1 0,-25 0,25 0,0 0,0 0,-25 0,24 0,1 0,0 0,-25 0,25 0,0 0,-1 0,-24 0,25 0,0 0,0 0,-25 0,25 0,24 0,-49 0,50 0,-25 0,0 0,-25 0,24 0,1 0,0 0,-25 0,25 0,0 0,-1 0,1 0,0 0,0 0,-25 0,49 0,-24 0,0 0,0 0,0 0,-1 0,-24 0,25 0,0 0,0 0,0 0,-1 0,1 0,50 0,-51 0,1 0,25 0,-1 0,1 0,24 0,1 0,-50 0,49 0,-24 0,-1 0,26 0,-75 0,49 0,1 0,0 0,-26 0,26 0,0 0,-50 0,49 0,-49 0,25 0,-25 0,50 0,-50 0</inkml:trace>
  <inkml:trace contextRef="#ctx0" brushRef="#br0" timeOffset="32087.8353">4217 13221,'25'0,"74"0,-49 0,49 0,-49 0,24 0,0 0,1 0,-26 0,26 0,-75 0,74 0,-49 0,50 0,-75 0,49 0,-24 0,0 0,24 0,-24 0,50 0,-51 0,1 0,0 0,49 0,-49 0,50 0,-51 0,51 0,-1 25,-24-25,24 0,1 0,-51 0,76 0,-26 0,1 0,-26 0,26 0,-1 0,-49 0,49 0,1 0,-51 0,26 0,0 0,-1 0,-24 0,49 0,-49 0,25 0,-25 0,24 0,-24 0,25 0,-1 0,1 0,0 0,-1 0,1 0,-1 0,-24 0,50 0,-26 0,1 0,-1 0,-24 0,50 0,-1 0,0 0,1 0,-1 0,25 0,-24 0,24 0,0 0,-49 0,24 0,1 0,-1 0,1 0,-1 0,25 0,0 0,50 0,-50 0,75 0,-50 0,-49 0,24 0,-25 0,25 0,50 49,-99-49,49 0,0 0,1 0,24 0,-50 0,25 0,-24 0,-26 0,1 0,-25 0,49 0,-74 0,50 0,-26 0,1 25,25-25,-1 0,1 25,24-25,-49 0,25 0,24 0,-24 0,24 0,-24 0,0 0,-1 0,26 0,-26 0,-24 0,49 0,1 0,-26 0,51 0,-1 0,-25 0,25 0,-74 0,25 0,24 0,-24 0,49 50,-24-50,-26 0,26 0,-1 0,25 24,25-24,-49 0,-1 0,-49 0,24 0,-24 0,50 0,-75 0,25 0,-25 0,49 0,-49 0,25 0,25 0,-26 0,1 0,25 0,-25 0,24 0,26 0,-51 0,76 0,-26 0,-24 0,49 0,-25 0,1 0,-1 0,-49 0,49 0,1 0,-1 0,25 0,1 0,-1 0,74 0,-24 0,-50 0,1 0,-1 0,25 0,-50 0,-24 0,49 0,0 0,1 0,24 0,0 0,24 0,-48 0,24 0,0 0,-25 0,-25 0,50 0,50 0,24 0,-24 0,74 0,-25 0,-74 0,50 0,-100 0,-25 0,1 0,-75 0</inkml:trace>
  <inkml:trace contextRef="#ctx0" brushRef="#br0" timeOffset="62656.5837">3051 16520,'75'25,"-26"-25,1 0,0 0,-1 0,26 0,24 0,-25 0,25 0,-24 0,-26 0,26 0,-26 0,1 0,25 0,-51 0,26 0,24 0,-24 0,0 0,-1 0,1 0,24 0,25 0,1 0,24 0,0 0,-50 0,50 0,-25 0,-74 0,25 0,-25 0,49 0,-49 0,24 0,1 0,24 0,1 0,-1 0,50 0,-25 0,-49 0,49 0,1 0,-1 0,25 0,-50 0,50 0,-49 0,49 0,-25 0,74 0,-24 0,-25 0,50 0,0 0,-26 0,26 0,-25 0,0 0,-50 0,50 0,-50 0,75 0,-50 0,24 0,101 0,-26 0,-25 0,75 0,0-25,0 0,0-24,-25 24,25-25,-100 50,1-50,-50 26,-25 24,-74 0,49-25</inkml:trace>
  <inkml:trace contextRef="#ctx0" brushRef="#br0" timeOffset="68000.8894">5854 15379,'0'25,"0"49,0-24,0-1,0 26,0-1,0-49,0 49,0-49,0 25,0-50,0 25,25 49,-25-74,0 25,0 0,0-1,25 1,-25 0,0-25,25 25,-25-25</inkml:trace>
  <inkml:trace contextRef="#ctx0" brushRef="#br0" timeOffset="72056.1213">5805 15329,'24'0,"100"0,25 0,-49 0,-26 0,-24 0,-1 0,-24 0,25 0,49 0,25 0,-25 0,-25 0,26 0,-51 0,26 0,-26 0,-24 0,0 0,-25 0,25 0,0 0,-1 0,-24 0,25 0,25 0,-50 0,49 0,-24 0,-25 0,50 0,-1 0,26 0,-26 0,1 0,24 0,-24 0,24 0,-24 0,-25 0,0 0,24 0,1 0,-25 0,49 0,-24 0,24 0,-24 0,-1 0,1 0,24 0,-24 0,74 0,-50 0,26 0,-1 0,0 0,50 0,-75 0,26 0,-26 0,25 0,-74 0,49 0,1 0,-26 0,1 0,-25 0,49-49,-49 49,0 0,0 0,49 0,-49 0,49 0,-49 0,74-25,-49 25,-25 0,49 0,1 0,-51 0,100 0,-49 0,24 0,-25 0,26 0,-51 0,26 0,-26 0,1 0,-50 0,25 0,-1 0,1 0,25 0,-50 0,25 0,24 0,-24 0,0 0,0 0,-25 0,25 0,-25 74,0-24,0 24,0 1,0-26,0 1,0 24,0-49,0 0,0 25,0-26,0 26,0-50,0 25,0-25,0 49,0-49,0 25,0-25,0 50,0-50,0 25,0-25,0 24,-100 1,1 0,0-25,24 25,-24-25,-25 0,75 25,-26-25,1 49,-1-49,26 0,-26 0,51 0,-51 0,1 0,24 0,-24 0,-1 0,1 0,-25 0,-1 0,1 0,-50 0,50 0,-50 0,25 0,-49 0,24 0,50 0,24 0,26 25,-1-25,0 0,1 0,24 0,-25 0,26 0,-26 0,25 0,-24 0,-1 0,-24 0,49 0,-50 0,1 0,-1 0,-24 0,50 0,-51 0,51 0,24 0,-49 0,49 0,-25 0,50 0,-25 0,-24 0,24 0,0 0,0 25,1-25,-51 25,50-25,25 0,-49 0,24 0,0 24,-25-24,50 0,-24 25,-26-25,25 0,-24 0,-1 50,25-50,0 0,1 0,-1 0,-25 25,50-25,-49 25,24-25,25 0,-50 0,25 0,-24 0,24 0,0 0,-24 0,24 0,-25 0,25 0,1 0,-1 0,25 0,-25 0,0 0,0 0,25 0,-24 0,-1 0,-25 0,50 0,-25 0,0 0,1 0,24 0,-25 0,0 0,25 0,-25 0,0 0,1 0,24 0,-50-25,50 0,0 0,0-25,-25 50,0-24,25-1,0 25,0-25,0 0,0 0,0 25,0-24,0-1,0 25,0-25,0 0,0 0,25 25,-25-24,0 24,0-25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10:02:21.9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2977 8210,'25'25,"74"-25,-25 0,1 0,-26 0,-24 0,25 0,-1 0,-24 0,0 0,-25 0,25 0,-25 0,49 0,-49 0</inkml:trace>
  <inkml:trace contextRef="#ctx0" brushRef="#br0" timeOffset="5313.3039">3795 8111,'25'0,"0"0,0 0,-25 0,25 0,-1 0,1 0,-25 0,25 0,0 0,0 0,-25 0,25 0,-25 0,-50 50,0-25,25-25,-24 24,49-24,-50 25,25-25,25 0,-24 25,-1-25,25 0,-25 0,25 0,-25 0,25 25,-25-25,1 25,24-25,-25 0,25 0,0 0,25-25,-1 25,-24 0,25-25,25 25,-50 0,25 0,-1-25,1 25</inkml:trace>
  <inkml:trace contextRef="#ctx0" brushRef="#br0" timeOffset="8856.5065">4564 8310,'0'24,"0"-24,25 0,25 25,-50-25,74 0,-24 0,-1 25,26-25,-50 0,24 0,26 50,-50-50,-25 0,49 0,-24 0,0 0,24 0,-24 0,0 0,25 0,-26 0,1 0,0 0,0 0,0 0,24 0,-49 0,50 0,-25 0,49 0,-49 0,49 0,-24 0,-1 0,1 0,0 0,-1 0,-24 0,49 0,-24 0,0 0,-25 0,24 0,50 0,-74 0,50 0,-1 0,0 0,-24 0,24 0,-24 0,24 0,1 0,-26 0,1 0,0 0,-1 0,1 0,24 0,-49 0,25 0,-1 0,26 0,-50 0,49 0,0 0,26 0,-26 0,25 0,25 0,-25 0,1 0,-1 0,50 0,-50 0,50 0,-25 0,-25 0,25 0,-25 0,0 0,1 0,-51 0,51 0,-51 0,-24 0,0 0,-25 0</inkml:trace>
  <inkml:trace contextRef="#ctx0" brushRef="#br0" timeOffset="13847.792">10170 8186,'0'-25,"0"25,0-25,0 25,25 0,-25 0,50 0,-50 0,24 0,-24 0,50 0,-50 0,25 0,25 0,-50 0,24 0,1 0,0 0,-25 0,25 0,0 0,-1 0,-24 0,25 0,0 0,0 0,-25 0,25-25,-25 25,0 0,-25 0,25 0,-25 0,0 0</inkml:trace>
  <inkml:trace contextRef="#ctx0" brushRef="#br0" timeOffset="25824.4771">2828 14213,'25'0,"0"0,24 0,1 0,24 0,-49 0,25 0,-25 0,49 0,-74 0,50 0,-26 0,-24 0,25 0,0 0,0 0,0-25,-1 25,1 0,0 0,25 0,24 0,-24 0,49 0,-25 0,-24 0,-1 0,1-25,25 25,-26 0,-24 0,25 0,-1 0,26 0,-26 0,1 0,-1 0,26 0,-26 0,1 0,24 0,-24 0,49 0,-24 0,-1 0,1 0,-1 0,25 0,-49 0,49 0,-49 0,24 0,25 0,-24 0,-1 0,0 0,1 0,-1 0,25 0,-24 0,-25 0,24 0,25 0,-24 0,-1 0,-24 0,74 0,-50 0,-24 0,-1 0,26 0,-1 0,-49 0,49 0,1 0,-50 0,24 0,-24 0,25 0,-1 0,1 0,-1 0,1 0,24 0,1 0,-1 0,1 0,-1 0,25 0,-49 0,49 0,-24 0,24 0,-25 0,25 0,-24 0,49 0,-75 0,26 0,24 0,-25 0,26 0,-1 0,0 0,50 0,-50 0,0 0,50 0,-50 0,25 0,-24 0,-26 0,0 0,1 0,-25 0,24 0,0 0,1 0,-26 0,26 0,-1 0,-24 0,49 0,-25 0,26 0,-26 0,25 0,-24 0,-1 0,-24 0,-25 0,24 0,1 0,24 0,-24 0,-1 0,26 0,24 0,50 0,-25 0,49 0,1 0,74 0,-25 0,-24 0,24 0,-74 0,25 0,-26 0,-48 0,48 0,-48 0,-1 0,0 0,-24-24,24 24,-25 0,-24 0,24 0,25 0,-24 0,-1-50,-24 50,24-25,-49 25,0 0,0 0,-1 0,26 0,-25 0,0 0,-1 0,1 0,25 0,-25 0,-1 0,26 0,-25 0,25 0,-1 0,1 0,24 0,-49 0,49 0,-24 0,24 0,-24 0,0 0,-26 0,26 0,0 0,-26 0,1 0,25 0,-1 0,-24 0,0 0,49 0,1 0,-25 0,-1 0,-24 0,49 0,1 0,-1 25,-24-25,-1 0,1 25,0-25,-26 0,1 0,25 0,-50 0,25 25,-1-25,1 0,25 24,-25-24,-1 25,51-25,-50 25,49-25,-24 25,-1 0,1-25,-25 0,49 24,-49-24,25 0,-1 0,1 50,-1-50,1 0,0 0,-1 0,26 0,-26 25,1-25,24 0,-24 25,24-25,1 0,-26 0,1 0,-25 0,24 0,-49 0,25 0,-25 0,50 0,-50 0,25 0,-25 0,49 0,-49 0,25 0,-25 0,50 0,-26 0,-24 0,50 0,0 0,-26 0,1 0,0 0,0 0,0 0,-1 0,1 0,0 0,-25 0,25 0,0 0,-1 0,-24 0,25 0,0 0,0 0,-25 0,25 0,-1 0,1 0,-25 0,25 0,0 0,0 0,-25 0,24-25,1 25,0 0,-25 0,25 0,0 0,0-25,-25 25,24 0,26-25,-25 25,-25 0,25 0</inkml:trace>
  <inkml:trace contextRef="#ctx0" brushRef="#br0" timeOffset="29800.7045">4589 12700,'-25'0,"50"-25,25 0,-25 25,74-49,-25-1,1 50,49-49,-50-1,-24 25,99 0,-75 1,25-1,25 0,-25 0,25 0,-24 1,24-1,0 25,0 0,-25 0,25-50,-25 50,-24-25,24 25,-25-25,50 25,-99 0,49 0,1 0,-50 0,49 0,1 0,-51 0,26 0,-25 0,0 0,24 0,-24 25,49-25,-49 0,25 25,-25 0,74 0,-99 0,49-1,-24-24,0 25,25 0,-50 0,24-25,-24 25,0-1,0-24,0 25,25-25,0 25,-25 0</inkml:trace>
  <inkml:trace contextRef="#ctx0" brushRef="#br0" timeOffset="34503.9735">5209 13345,'50'0,"-25"0,49 0,-24 0,-25 0,-1 0,26 0,0 0,-26 0,1 0,25 0,-25 0,-1 0,-24 0,50 0,-25 0,-25 0,49 0,-49 0,25 0,0 0,0 0,-25 0,25 0,-25 0,49 0,-49 0,25 0,-25 0,50 0,-50 0,24 0,-24 0,50 0,-50 0</inkml:trace>
  <inkml:trace contextRef="#ctx0" brushRef="#br0" timeOffset="37314.1342">7070 13419,'24'0,"1"0,50 0,-1 0,-24 0,24 0,-24 0,-1 0,1 0,24 0,-24 0,24 0,-49 0,50 0,-1 0,25 0,-24 0,24 0,-25 0,26 0,-26 0,25 0,-49 0,-1 0,26 0,-26 0,26 0,-1 0,25 0,1 0,-26 0,25 0,1 0,-76 0,76 0,-26 0,50 0,-25 0,0 0,50 0,0 0,0 0,0 0,-50 0,-49 0,-1 0,-24 0,0 0,0 0,-25-24,24 24,1 0</inkml:trace>
  <inkml:trace contextRef="#ctx0" brushRef="#br0" timeOffset="43424.4837">13693 10120,'-25'0,"25"100,0 24,0-25,0-25,0 1,0 24,0-50,0 26,0-26,0 1,0 0,0-50,0 49,0-24,0 0,0-25,0-25,0-25,25 26,-1-26,1 0,0 26,-25 24,25-25,-25 25,25 0,-1 0,-24 0,25 0,0 0,0 0,0 0,-1 25,1-1,-25-24,25 50,-25-25,25 24,0-24,-25 0,0-25</inkml:trace>
  <inkml:trace contextRef="#ctx0" brushRef="#br0" timeOffset="44065.5202">14313 10616,'24'0,"-24"0,0 25,0 50,0-26,0 1,0 24,0-49,0 25,0-26,0 26,0-50,0 25,0 0</inkml:trace>
  <inkml:trace contextRef="#ctx0" brushRef="#br0" timeOffset="44792.562">15379 10889,'75'0,"123"0,-24 0,24-49,-74 24,-74 0,24 25,-74 0,25 0</inkml:trace>
  <inkml:trace contextRef="#ctx0" brushRef="#br0" timeOffset="45744.6164">16719 9996,'25'-25,"-25"25,0 75,49 49,-49-50,0 1,25-1,-25 50,0-49,0 24,0-25,0 1,0-26,0-24,0 25,0-26,0 1,25-50,-25 1,49-76,1 1,-25 25,24 24,-24 25,25 1,-50-1,25 0,-1 25,1 0,-25 0,25 0,25 0,-50 25,49 0,-49-25,50 49,-25 1,-25-25,0-1,0 1,0 25,0-50,0 25,0-25,0 49,49-24,-49 0,0 0</inkml:trace>
  <inkml:trace contextRef="#ctx0" brushRef="#br0" timeOffset="46816.6775">17661 10418,'0'0,"0"74,0-24,0 0,0 24,0 0,0-49,0 25,0-25,0-1,0 1,0 0,0-25,25 0,-25 0,50 0,-50 0,25 0,24 0,-49 0,50 0,-1 0,-49 0,50 0,0 0,-50 0,24-25,-24 25,25 0,-25-25,0 25,0-24,0 24,-25 0,1 0,-1 0,-25 0,50 0,-25 0,25 0,-49 0,49 0,-25 0,25 0,-25 0,0 0,1 0,24 0,-25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10:04:22.3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4416 8359,'0'0,"49"50,1-50,-50 0,49 0,-24 0,25 25,-25-25,24 0,-49 0,50 24,-25-24,-1 0,1 0,25 0,-50 25,49-25,-49 0,50 0,-25 0,49 0,-24 0,24 0,26 50,-26-50,25 25,-49-25,49 0,0 0,50 0,-25 0,-25 0,25 0,-24 0,-1 0,-74 0,49 0,-24 0,-26 0,1 0,0 0,0 0,0 0,-25 0,24 0,26 0,-50 0,25 0,49-25,-74 25,50 0,-25 0,-1 0,26 0,-25 0,24 0,-24 0,50-25,-50 25,24 0,1-25,-1 25,-24 0,25 0,-25 0,24-25,-24 25,0 0,0-24,-1 24,-24 0</inkml:trace>
  <inkml:trace contextRef="#ctx0" brushRef="#br0" timeOffset="11608.6639">4143 10021,'0'0,"99"0,25 0,-25 0,0 0,-24 0,-1 0,-24-25,49 25,-49-25,-26 25,26 0,0 0,-50 0,74 0,-24 0,-25 0,49 0,-49 0,24 0,-24 0,0 0,25 0,-26 0,51 0,-1 0,-49 0,25 0,-26 0,1 0,25 0,-25 0,24 0,-24 0,0 0,0 0,-25 0,24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07-23T10:09:19.5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2530 6821,'25'0,"74"0,-49 0,74 0,-50 0,-24 0,0 0,-25 0,24 0,1 0,-25 0,24 0,1 0,-50 25,49-25,-24 0,-25 0,50 0,-50 0,25 0,-25 0,24 0,1 0,0 0,-25 0,25 0,0 0,-1 0,-24 0,25 0,0 0,0 0,-25 0,25 0,24 0,-49 0,50 0,-50 0,25 0,24 0,-49 0,50 0,-25 0,-1 0,26 0,0 0,-50 0,25 0,24 0,-49 0,50 0,-50 0,25 0,24 0,-24 0,25 0,-26 0,51 0,-75 0,25 0,24 0,-49 0,25 0,-25 0,50 0,-50 0,24 0,26 0,-25 0,24 0,1 0,0 0,-26 0,51 0,-26 25,1-25,25 0,-51 50,1-50,25 0,-50 0,25 0,-1 0,1 0,-25 0,25 0,0 0,0 0,-25 0,24 0,26 0,-50 0,25 0,24 0,-24 0,25 0,-25 0,-1-25,26 25,-25 0,0 0,-25 0,24 0,-24 0,25 0,25-50,-25 50,24 0,-24 0,25-25,-26 25,-24-25,25 25,0 0,0 0,-25 0,25-24,-1 24,26-25,-50 25,25 0,0 0,0 0,-25 0,24-25,1 25,0 0,25 0,-26 0,-24 0,50 0,-50 0,50 0,-26 0,1 0,0 0,25 0,-26 0,1 0,0 0,-25 0,25 0,0 0,-1 0,-24 0,25 0,0 0,0 0,-25 0,25 0,-1 0,1 0,-25 0,25 0,0 0,0 0,-1 0,1 0,0 0,0 0,-25 0,25 0,-1 0,1 0,-25 0,25 0,0 0,0 0,-25 0</inkml:trace>
  <inkml:trace contextRef="#ctx0" brushRef="#br0" timeOffset="93752.3621">8434 10170,'50'0,"-50"0,24 0,-24-25,50 25,-25 0,24 0,-24 0,25 0,-1 0,1 0,-25 0,49 0,-24 0,-1 50,75 49,-99-74,0 0,25 49,-50-24,24-1,-24 75,0 0,0 0,0 25,0 50,0-75,-24 0,24-25,-25-25,25-49,0-25,0 50,0-50,0 0,74 0,-24 0,-25 0,-25 0,25 0,-1 0,-24 0,0 74,0 25,0 50,0-50,0 1,0 24,-49-25,49 0,-25-49,0 49,-25-25,50 25,-24-74,24 50,-25-51,0 76,25-100,-25 49,25-49,-25 75,25-75,0 25,0-1,0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5C66B-9FB9-4657-BB00-3315B54441D3}" type="datetimeFigureOut">
              <a:rPr lang="en-IN" smtClean="0"/>
              <a:t>09-06-2023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3BEF2F-8A61-4CBA-80E0-8DC757A27D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90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A8A7-E4DA-46D5-AE72-9CD9032A75D6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5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194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F205-2F42-4954-AEA7-EEE1CCB1DBE9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09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FFC-C033-4DB7-8609-C4D2F06655D2}" type="datetime1">
              <a:rPr lang="en-IN" smtClean="0"/>
              <a:t>09-06-2023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74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04B2-CAAF-48DC-8C15-A4F1E5A4A337}" type="datetime1">
              <a:rPr lang="en-IN" smtClean="0"/>
              <a:t>09-06-2023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89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C18-E785-42FF-B67D-706360A86AF3}" type="datetime1">
              <a:rPr lang="en-IN" smtClean="0"/>
              <a:t>09-06-2023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109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0AC8-BF4E-4C1D-B725-D346B4F45213}" type="datetime1">
              <a:rPr lang="en-IN" smtClean="0"/>
              <a:t>09-06-2023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91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F730-DE5B-4017-8326-E9159D1ACF31}" type="datetime1">
              <a:rPr lang="en-IN" smtClean="0"/>
              <a:t>09-06-2023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65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52A-FC4D-4134-BF6A-A450DD417BA4}" type="datetime1">
              <a:rPr lang="en-IN" smtClean="0"/>
              <a:t>09-06-2023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20C-3270-4D3D-820C-1775A092433C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228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D6662-9704-4832-8A6A-15DB8F9652AF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327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6B391-AA3A-49EE-A881-D7C77139C23A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17607-38D8-46C6-8A9D-697530D5B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979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tomcat.apache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st.com/hello?key1=value1&amp;key2=value2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Overview of JSP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328F-2B5C-4AAA-8641-418F12DDDD27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71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108012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What is JavaServer Pages</a:t>
            </a:r>
            <a:r>
              <a:rPr lang="en-IN" dirty="0" smtClean="0">
                <a:solidFill>
                  <a:srgbClr val="FF0000"/>
                </a:solidFill>
              </a:rPr>
              <a:t>?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616624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220000"/>
              </a:lnSpc>
            </a:pPr>
            <a:r>
              <a:rPr lang="en-IN" dirty="0"/>
              <a:t>JavaServer Pages (JSP) is a technology for developing Webpages that supports dynamic </a:t>
            </a:r>
            <a:r>
              <a:rPr lang="en-IN" dirty="0" smtClean="0"/>
              <a:t>content.</a:t>
            </a:r>
          </a:p>
          <a:p>
            <a:pPr algn="just">
              <a:lnSpc>
                <a:spcPct val="220000"/>
              </a:lnSpc>
            </a:pPr>
            <a:r>
              <a:rPr lang="en-IN" dirty="0" smtClean="0"/>
              <a:t>This </a:t>
            </a:r>
            <a:r>
              <a:rPr lang="en-IN" dirty="0"/>
              <a:t>helps developers insert java code in HTML pages by making use of special JSP tags, most of which start with &lt;% and end with %&gt;.</a:t>
            </a:r>
          </a:p>
          <a:p>
            <a:pPr algn="just">
              <a:lnSpc>
                <a:spcPct val="220000"/>
              </a:lnSpc>
            </a:pPr>
            <a:r>
              <a:rPr lang="en-IN" dirty="0" smtClean="0"/>
              <a:t>Web </a:t>
            </a:r>
            <a:r>
              <a:rPr lang="en-IN" dirty="0"/>
              <a:t>developers write JSPs as text files that combine HTML or XHTML code, XML elements, and embedded JSP actions and commands.</a:t>
            </a:r>
          </a:p>
          <a:p>
            <a:pPr algn="just">
              <a:lnSpc>
                <a:spcPct val="220000"/>
              </a:lnSpc>
            </a:pPr>
            <a:r>
              <a:rPr lang="en-IN" dirty="0"/>
              <a:t>Using JSP, you can collect input from users through Webpage forms, present records from a database or another source, and create Webpages dynamically.</a:t>
            </a:r>
          </a:p>
          <a:p>
            <a:pPr algn="just">
              <a:lnSpc>
                <a:spcPct val="220000"/>
              </a:lnSpc>
            </a:pPr>
            <a:r>
              <a:rPr lang="en-IN" dirty="0"/>
              <a:t>JSP tags can be used for a variety of purposes, such as retrieving information from a database or registering user preferences, accessing JavaBeans components, passing control between pages, and sharing information between requests, pages etc.</a:t>
            </a:r>
          </a:p>
          <a:p>
            <a:pPr algn="just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169D-F4D5-48D8-8405-D5F6A6FE20E9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2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1018080" y="1527120"/>
              <a:ext cx="4617000" cy="24825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8720" y="1517760"/>
                <a:ext cx="4635720" cy="250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748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Why Use JSP</a:t>
            </a:r>
            <a:r>
              <a:rPr lang="en-IN" dirty="0" smtClean="0">
                <a:solidFill>
                  <a:srgbClr val="FF0000"/>
                </a:solidFill>
              </a:rPr>
              <a:t>?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328592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220000"/>
              </a:lnSpc>
            </a:pPr>
            <a:r>
              <a:rPr lang="en-IN" dirty="0"/>
              <a:t>JavaServer Pages often serve the same purpose as programs implemented using the </a:t>
            </a:r>
            <a:r>
              <a:rPr lang="en-IN" b="1" dirty="0"/>
              <a:t>Common Gateway Interface (CGI)</a:t>
            </a:r>
            <a:r>
              <a:rPr lang="en-IN" dirty="0"/>
              <a:t>. But JSP offers several advantages in comparison with the CGI.</a:t>
            </a:r>
          </a:p>
          <a:p>
            <a:pPr lvl="1" algn="just">
              <a:lnSpc>
                <a:spcPct val="220000"/>
              </a:lnSpc>
            </a:pPr>
            <a:r>
              <a:rPr lang="en-IN" dirty="0"/>
              <a:t>Performance is significantly better because JSP allows embedding Dynamic Elements in HTML Pages itself instead of having separate CGI files.</a:t>
            </a:r>
          </a:p>
          <a:p>
            <a:pPr lvl="1" algn="just">
              <a:lnSpc>
                <a:spcPct val="220000"/>
              </a:lnSpc>
            </a:pPr>
            <a:r>
              <a:rPr lang="en-IN" dirty="0"/>
              <a:t>JSP are always compiled before they are processed by the server unlike CGI/Perl which requires the server to load an interpreter and the target script each time the page is requested.</a:t>
            </a:r>
          </a:p>
          <a:p>
            <a:pPr lvl="1" algn="just">
              <a:lnSpc>
                <a:spcPct val="220000"/>
              </a:lnSpc>
            </a:pPr>
            <a:r>
              <a:rPr lang="en-IN" dirty="0"/>
              <a:t>JavaServer Pages are built on top of the Java Servlets API, so like Servlets, JSP also has access to all the powerful Enterprise Java APIs, including </a:t>
            </a:r>
            <a:r>
              <a:rPr lang="en-IN" b="1" dirty="0"/>
              <a:t>JDBC, JNDI, EJB, JAXP,</a:t>
            </a:r>
            <a:r>
              <a:rPr lang="en-IN" dirty="0"/>
              <a:t> etc.</a:t>
            </a:r>
          </a:p>
          <a:p>
            <a:pPr lvl="1" algn="just">
              <a:lnSpc>
                <a:spcPct val="220000"/>
              </a:lnSpc>
            </a:pPr>
            <a:r>
              <a:rPr lang="en-IN" dirty="0"/>
              <a:t>JSP pages can be used in combination with servlets that handle the business logic, the model supported by Java servlet template engines.</a:t>
            </a:r>
          </a:p>
          <a:p>
            <a:pPr algn="just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3196800" y="2464560"/>
              <a:ext cx="3867120" cy="26168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7440" y="2455200"/>
                <a:ext cx="3885840" cy="263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808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Setting up Web Server: </a:t>
            </a:r>
            <a:r>
              <a:rPr lang="en-IN" dirty="0" smtClean="0">
                <a:solidFill>
                  <a:srgbClr val="FF0000"/>
                </a:solidFill>
              </a:rPr>
              <a:t>Tomcat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3"/>
            <a:ext cx="8712968" cy="4104456"/>
          </a:xfrm>
        </p:spPr>
        <p:txBody>
          <a:bodyPr>
            <a:normAutofit fontScale="40000" lnSpcReduction="20000"/>
          </a:bodyPr>
          <a:lstStyle/>
          <a:p>
            <a:pPr algn="just">
              <a:lnSpc>
                <a:spcPct val="220000"/>
              </a:lnSpc>
            </a:pPr>
            <a:r>
              <a:rPr lang="en-IN" dirty="0"/>
              <a:t>A number of Web Servers that support JavaServer Pages and Servlets development are available in the market. </a:t>
            </a:r>
            <a:endParaRPr lang="en-IN" dirty="0" smtClean="0"/>
          </a:p>
          <a:p>
            <a:pPr algn="just">
              <a:lnSpc>
                <a:spcPct val="220000"/>
              </a:lnSpc>
            </a:pPr>
            <a:r>
              <a:rPr lang="en-IN" dirty="0" smtClean="0"/>
              <a:t>Some </a:t>
            </a:r>
            <a:r>
              <a:rPr lang="en-IN" dirty="0"/>
              <a:t>web servers can be downloaded for free and Tomcat is one of them.</a:t>
            </a:r>
          </a:p>
          <a:p>
            <a:pPr algn="just">
              <a:lnSpc>
                <a:spcPct val="220000"/>
              </a:lnSpc>
            </a:pPr>
            <a:r>
              <a:rPr lang="en-IN" dirty="0"/>
              <a:t>Apache Tomcat is an open source software implementation of the JavaServer Pages and Servlet technologies and can act as a standalone server for testing JSP and Servlets, and can be integrated with the Apache Web Server. </a:t>
            </a:r>
            <a:endParaRPr lang="en-IN" dirty="0" smtClean="0"/>
          </a:p>
          <a:p>
            <a:pPr algn="just">
              <a:lnSpc>
                <a:spcPct val="220000"/>
              </a:lnSpc>
            </a:pPr>
            <a:r>
              <a:rPr lang="en-IN" dirty="0" smtClean="0"/>
              <a:t>Here </a:t>
            </a:r>
            <a:r>
              <a:rPr lang="en-IN" dirty="0"/>
              <a:t>are the steps to set up Tomcat on your machine −</a:t>
            </a:r>
          </a:p>
          <a:p>
            <a:pPr algn="just">
              <a:lnSpc>
                <a:spcPct val="220000"/>
              </a:lnSpc>
            </a:pPr>
            <a:r>
              <a:rPr lang="en-IN" dirty="0"/>
              <a:t>Download the latest version of Tomcat from </a:t>
            </a:r>
            <a:r>
              <a:rPr lang="en-IN" dirty="0">
                <a:hlinkClick r:id="rId2"/>
              </a:rPr>
              <a:t>https://tomcat.apache.org/</a:t>
            </a:r>
            <a:r>
              <a:rPr lang="en-IN" dirty="0"/>
              <a:t>.</a:t>
            </a:r>
          </a:p>
          <a:p>
            <a:pPr algn="just">
              <a:lnSpc>
                <a:spcPct val="220000"/>
              </a:lnSpc>
            </a:pPr>
            <a:r>
              <a:rPr lang="en-IN" dirty="0"/>
              <a:t>Once you downloaded the installation, unpack the binary distribution into a convenient </a:t>
            </a:r>
            <a:r>
              <a:rPr lang="en-IN" dirty="0" smtClean="0"/>
              <a:t>location.</a:t>
            </a:r>
          </a:p>
          <a:p>
            <a:pPr algn="just">
              <a:lnSpc>
                <a:spcPct val="220000"/>
              </a:lnSpc>
            </a:pPr>
            <a:r>
              <a:rPr lang="en-IN" dirty="0" smtClean="0"/>
              <a:t>For </a:t>
            </a:r>
            <a:r>
              <a:rPr lang="en-IN" dirty="0"/>
              <a:t>example, in </a:t>
            </a:r>
            <a:r>
              <a:rPr lang="en-IN" b="1" dirty="0"/>
              <a:t>C:\apache-tomcat-5.5.29 on windows, or /</a:t>
            </a:r>
            <a:r>
              <a:rPr lang="en-IN" b="1" dirty="0" err="1"/>
              <a:t>usr</a:t>
            </a:r>
            <a:r>
              <a:rPr lang="en-IN" b="1" dirty="0"/>
              <a:t>/local/apache-tomcat-5.5.29</a:t>
            </a:r>
            <a:r>
              <a:rPr lang="en-IN" dirty="0"/>
              <a:t> on Linux/Unix and create </a:t>
            </a:r>
            <a:r>
              <a:rPr lang="en-IN" b="1" dirty="0"/>
              <a:t>CATALINA_HOME</a:t>
            </a:r>
            <a:r>
              <a:rPr lang="en-IN" dirty="0"/>
              <a:t> environment variable pointing to these locations.</a:t>
            </a:r>
          </a:p>
          <a:p>
            <a:pPr algn="just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27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5</a:t>
            </a:fld>
            <a:endParaRPr lang="en-IN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4" t="13889" r="24255" b="21969"/>
          <a:stretch/>
        </p:blipFill>
        <p:spPr bwMode="auto">
          <a:xfrm>
            <a:off x="395536" y="188640"/>
            <a:ext cx="8352928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135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93610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JSP - </a:t>
            </a:r>
            <a:r>
              <a:rPr lang="en-IN" dirty="0" smtClean="0">
                <a:solidFill>
                  <a:srgbClr val="FF0000"/>
                </a:solidFill>
              </a:rPr>
              <a:t>Architecture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712968" cy="5145435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220000"/>
              </a:lnSpc>
            </a:pPr>
            <a:r>
              <a:rPr lang="en-IN" dirty="0"/>
              <a:t>The web server needs a JSP engine, i.e, a container to process JSP </a:t>
            </a:r>
            <a:r>
              <a:rPr lang="en-IN" dirty="0" smtClean="0"/>
              <a:t>pages.</a:t>
            </a:r>
          </a:p>
          <a:p>
            <a:pPr algn="just">
              <a:lnSpc>
                <a:spcPct val="220000"/>
              </a:lnSpc>
            </a:pPr>
            <a:r>
              <a:rPr lang="en-IN" dirty="0" smtClean="0"/>
              <a:t>The </a:t>
            </a:r>
            <a:r>
              <a:rPr lang="en-IN" dirty="0"/>
              <a:t>JSP container is responsible for intercepting requests for JSP pages. </a:t>
            </a:r>
          </a:p>
          <a:p>
            <a:pPr algn="just">
              <a:lnSpc>
                <a:spcPct val="220000"/>
              </a:lnSpc>
            </a:pPr>
            <a:r>
              <a:rPr lang="en-IN" dirty="0"/>
              <a:t>A JSP container works with the Web server to provide the runtime environment and other services a JSP </a:t>
            </a:r>
            <a:r>
              <a:rPr lang="en-IN" dirty="0" smtClean="0"/>
              <a:t>needs.</a:t>
            </a:r>
          </a:p>
          <a:p>
            <a:pPr algn="just">
              <a:lnSpc>
                <a:spcPct val="220000"/>
              </a:lnSpc>
            </a:pPr>
            <a:r>
              <a:rPr lang="en-IN" dirty="0" smtClean="0"/>
              <a:t>It </a:t>
            </a:r>
            <a:r>
              <a:rPr lang="en-IN" dirty="0"/>
              <a:t>knows how to understand the special elements that are part of JSPs.</a:t>
            </a:r>
          </a:p>
          <a:p>
            <a:pPr algn="just">
              <a:lnSpc>
                <a:spcPct val="220000"/>
              </a:lnSpc>
            </a:pPr>
            <a:r>
              <a:rPr lang="en-IN" dirty="0"/>
              <a:t>Following diagram shows the position of JSP container and JSP files in a Web application.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6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486041"/>
            <a:ext cx="438150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2946960" y="1589400"/>
              <a:ext cx="5143680" cy="12150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7600" y="1580040"/>
                <a:ext cx="5162400" cy="12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433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784976" cy="69269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JSP </a:t>
            </a:r>
            <a:r>
              <a:rPr lang="en-IN" dirty="0" smtClean="0">
                <a:solidFill>
                  <a:srgbClr val="FF0000"/>
                </a:solidFill>
              </a:rPr>
              <a:t>Processing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784976" cy="54006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IN" sz="2300" dirty="0"/>
              <a:t>The following steps explain how the web server creates the Webpage using JSP −</a:t>
            </a:r>
          </a:p>
          <a:p>
            <a:pPr lvl="1" algn="just"/>
            <a:r>
              <a:rPr lang="en-IN" sz="2100" dirty="0"/>
              <a:t>As with a normal page, your browser sends an HTTP request to the web server.</a:t>
            </a:r>
          </a:p>
          <a:p>
            <a:pPr lvl="1" algn="just"/>
            <a:r>
              <a:rPr lang="en-IN" sz="2100" dirty="0"/>
              <a:t>The web server recognizes that the HTTP request is for a JSP page and forwards it to a JSP </a:t>
            </a:r>
            <a:r>
              <a:rPr lang="en-IN" sz="2100" dirty="0" smtClean="0"/>
              <a:t>engine.</a:t>
            </a:r>
          </a:p>
          <a:p>
            <a:pPr lvl="2" algn="just"/>
            <a:r>
              <a:rPr lang="en-IN" sz="1800" dirty="0" smtClean="0"/>
              <a:t>This </a:t>
            </a:r>
            <a:r>
              <a:rPr lang="en-IN" sz="1800" dirty="0"/>
              <a:t>is done by using the URL or JSP page which ends with </a:t>
            </a:r>
            <a:r>
              <a:rPr lang="en-IN" sz="1800" b="1" dirty="0"/>
              <a:t>.jsp</a:t>
            </a:r>
            <a:r>
              <a:rPr lang="en-IN" sz="1800" dirty="0"/>
              <a:t> instead of </a:t>
            </a:r>
            <a:r>
              <a:rPr lang="en-IN" sz="1800" b="1" dirty="0"/>
              <a:t>.html</a:t>
            </a:r>
            <a:r>
              <a:rPr lang="en-IN" sz="1800" dirty="0"/>
              <a:t>.</a:t>
            </a:r>
          </a:p>
          <a:p>
            <a:pPr lvl="1" algn="just"/>
            <a:r>
              <a:rPr lang="en-IN" sz="2100" dirty="0"/>
              <a:t>The JSP engine loads the JSP page from disk and converts it into a servlet </a:t>
            </a:r>
            <a:r>
              <a:rPr lang="en-IN" sz="2100" dirty="0" smtClean="0"/>
              <a:t>content.</a:t>
            </a:r>
          </a:p>
          <a:p>
            <a:pPr lvl="2" algn="just"/>
            <a:r>
              <a:rPr lang="en-IN" sz="1800" dirty="0" smtClean="0"/>
              <a:t>This </a:t>
            </a:r>
            <a:r>
              <a:rPr lang="en-IN" sz="1800" dirty="0"/>
              <a:t>conversion is very simple in which all template text is converted to println( ) statements and all JSP elements are converted to Java code. </a:t>
            </a:r>
            <a:endParaRPr lang="en-IN" sz="1800" dirty="0" smtClean="0"/>
          </a:p>
          <a:p>
            <a:pPr lvl="1" algn="just"/>
            <a:r>
              <a:rPr lang="en-IN" sz="2100" dirty="0" smtClean="0"/>
              <a:t>The </a:t>
            </a:r>
            <a:r>
              <a:rPr lang="en-IN" sz="2100" dirty="0"/>
              <a:t>JSP engine compiles the servlet into an executable class and forwards the original request to a servlet engine.</a:t>
            </a:r>
          </a:p>
          <a:p>
            <a:pPr lvl="1" algn="just"/>
            <a:r>
              <a:rPr lang="en-IN" sz="2100" dirty="0"/>
              <a:t>A part of the web server called the servlet engine loads the Servlet class and executes </a:t>
            </a:r>
            <a:r>
              <a:rPr lang="en-IN" sz="2100" dirty="0" smtClean="0"/>
              <a:t>it.</a:t>
            </a:r>
          </a:p>
          <a:p>
            <a:pPr lvl="2" algn="just"/>
            <a:r>
              <a:rPr lang="en-IN" sz="1800" dirty="0" smtClean="0"/>
              <a:t>During </a:t>
            </a:r>
            <a:r>
              <a:rPr lang="en-IN" sz="1800" dirty="0"/>
              <a:t>execution, the servlet produces an output in HTML </a:t>
            </a:r>
            <a:r>
              <a:rPr lang="en-IN" sz="1800" dirty="0" smtClean="0"/>
              <a:t>format.</a:t>
            </a:r>
          </a:p>
          <a:p>
            <a:pPr lvl="2" algn="just"/>
            <a:r>
              <a:rPr lang="en-IN" sz="1800" dirty="0" smtClean="0"/>
              <a:t>The </a:t>
            </a:r>
            <a:r>
              <a:rPr lang="en-IN" sz="1800" dirty="0"/>
              <a:t>output is </a:t>
            </a:r>
            <a:r>
              <a:rPr lang="en-IN" sz="1800" dirty="0" smtClean="0"/>
              <a:t>further </a:t>
            </a:r>
            <a:r>
              <a:rPr lang="en-IN" sz="1800" dirty="0"/>
              <a:t>passed on to the web server by the servlet engine inside an HTTP response.</a:t>
            </a:r>
          </a:p>
          <a:p>
            <a:pPr lvl="1" algn="just"/>
            <a:r>
              <a:rPr lang="en-IN" sz="2100" dirty="0"/>
              <a:t>The web server forwards the HTTP response to your browser in terms of static HTML content.</a:t>
            </a:r>
          </a:p>
          <a:p>
            <a:pPr lvl="1" algn="just"/>
            <a:r>
              <a:rPr lang="en-IN" sz="2100" dirty="0"/>
              <a:t>Finally, the web browser handles the dynamically-generated HTML page inside the HTTP response exactly as if it were a static page.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7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1598400" y="1312560"/>
              <a:ext cx="7126560" cy="35276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9040" y="1303200"/>
                <a:ext cx="7145280" cy="354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4812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8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00808"/>
            <a:ext cx="8208912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2045160" y="3304080"/>
              <a:ext cx="5331240" cy="18396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5800" y="3294720"/>
                <a:ext cx="5349960" cy="185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389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JSP - </a:t>
            </a:r>
            <a:r>
              <a:rPr lang="en-IN" dirty="0" smtClean="0">
                <a:solidFill>
                  <a:srgbClr val="FF0000"/>
                </a:solidFill>
              </a:rPr>
              <a:t>Lifecycle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328592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The </a:t>
            </a:r>
            <a:r>
              <a:rPr lang="en-IN" dirty="0"/>
              <a:t>key to understanding the low-level functionality of JSP is to understand the simple life cycle they follow.</a:t>
            </a:r>
          </a:p>
          <a:p>
            <a:pPr algn="just"/>
            <a:r>
              <a:rPr lang="en-IN" dirty="0"/>
              <a:t>A JSP life cycle is defined as the process from its creation till the </a:t>
            </a:r>
            <a:r>
              <a:rPr lang="en-IN" dirty="0" smtClean="0"/>
              <a:t>destruction.</a:t>
            </a:r>
          </a:p>
          <a:p>
            <a:pPr algn="just"/>
            <a:r>
              <a:rPr lang="en-IN" dirty="0" smtClean="0"/>
              <a:t>The </a:t>
            </a:r>
            <a:r>
              <a:rPr lang="en-IN" dirty="0"/>
              <a:t>following are the paths followed by a JSP −</a:t>
            </a:r>
          </a:p>
          <a:p>
            <a:pPr lvl="1" algn="just"/>
            <a:r>
              <a:rPr lang="en-IN" dirty="0"/>
              <a:t>Compilation</a:t>
            </a:r>
          </a:p>
          <a:p>
            <a:pPr lvl="1" algn="just"/>
            <a:r>
              <a:rPr lang="en-IN" dirty="0"/>
              <a:t>Initialization</a:t>
            </a:r>
          </a:p>
          <a:p>
            <a:pPr lvl="1" algn="just"/>
            <a:r>
              <a:rPr lang="en-IN" dirty="0"/>
              <a:t>Execution</a:t>
            </a:r>
          </a:p>
          <a:p>
            <a:pPr lvl="1" algn="just"/>
            <a:r>
              <a:rPr lang="en-IN" dirty="0"/>
              <a:t>Cleanup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9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221088"/>
            <a:ext cx="4381500" cy="24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209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JSP </a:t>
            </a:r>
            <a:r>
              <a:rPr lang="en-IN" dirty="0" smtClean="0">
                <a:solidFill>
                  <a:srgbClr val="FF0000"/>
                </a:solidFill>
              </a:rPr>
              <a:t>Compilation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328592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When a browser asks for a JSP, the JSP engine first checks to see whether it needs to compile the </a:t>
            </a:r>
            <a:r>
              <a:rPr lang="en-IN" dirty="0" smtClean="0"/>
              <a:t>page.</a:t>
            </a:r>
          </a:p>
          <a:p>
            <a:pPr algn="just"/>
            <a:r>
              <a:rPr lang="en-IN" dirty="0" smtClean="0"/>
              <a:t>If </a:t>
            </a:r>
            <a:r>
              <a:rPr lang="en-IN" dirty="0"/>
              <a:t>the page has never been compiled, or if the JSP has been modified since it was last compiled, the JSP engine compiles the page.</a:t>
            </a:r>
          </a:p>
          <a:p>
            <a:pPr algn="just"/>
            <a:r>
              <a:rPr lang="en-IN" dirty="0"/>
              <a:t>The compilation process involves three steps −</a:t>
            </a:r>
          </a:p>
          <a:p>
            <a:pPr lvl="1" algn="just"/>
            <a:r>
              <a:rPr lang="en-IN" dirty="0"/>
              <a:t>Parsing the JSP.</a:t>
            </a:r>
          </a:p>
          <a:p>
            <a:pPr lvl="1" algn="just"/>
            <a:r>
              <a:rPr lang="en-IN" dirty="0"/>
              <a:t>Turning the JSP into a servlet.</a:t>
            </a:r>
          </a:p>
          <a:p>
            <a:pPr lvl="1" algn="just"/>
            <a:r>
              <a:rPr lang="en-IN" dirty="0"/>
              <a:t>Compiling the servlet.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75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JSP </a:t>
            </a:r>
            <a:r>
              <a:rPr lang="en-IN" dirty="0" smtClean="0">
                <a:solidFill>
                  <a:srgbClr val="FF0000"/>
                </a:solidFill>
              </a:rPr>
              <a:t>Initialization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12968" cy="5256584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When </a:t>
            </a:r>
            <a:r>
              <a:rPr lang="en-IN" dirty="0"/>
              <a:t>a container loads a JSP it invokes the </a:t>
            </a:r>
            <a:r>
              <a:rPr lang="en-IN" b="1" dirty="0"/>
              <a:t>jspInit()</a:t>
            </a:r>
            <a:r>
              <a:rPr lang="en-IN" dirty="0"/>
              <a:t> method before servicing any </a:t>
            </a:r>
            <a:r>
              <a:rPr lang="en-IN" dirty="0" smtClean="0"/>
              <a:t>requests.</a:t>
            </a:r>
          </a:p>
          <a:p>
            <a:pPr lvl="1" algn="just"/>
            <a:r>
              <a:rPr lang="en-IN" dirty="0" smtClean="0"/>
              <a:t>public </a:t>
            </a:r>
            <a:r>
              <a:rPr lang="en-IN" dirty="0"/>
              <a:t>void jspInit</a:t>
            </a:r>
            <a:r>
              <a:rPr lang="en-IN" dirty="0" smtClean="0"/>
              <a:t>()</a:t>
            </a:r>
          </a:p>
          <a:p>
            <a:pPr lvl="1" algn="just"/>
            <a:r>
              <a:rPr lang="en-IN" dirty="0" smtClean="0"/>
              <a:t>{ </a:t>
            </a:r>
            <a:r>
              <a:rPr lang="en-IN" dirty="0"/>
              <a:t>// Initialization code... </a:t>
            </a:r>
            <a:r>
              <a:rPr lang="en-IN" dirty="0" smtClean="0"/>
              <a:t>}</a:t>
            </a:r>
          </a:p>
          <a:p>
            <a:pPr algn="just"/>
            <a:r>
              <a:rPr lang="en-IN" dirty="0" smtClean="0"/>
              <a:t>Typically</a:t>
            </a:r>
            <a:r>
              <a:rPr lang="en-IN" dirty="0"/>
              <a:t>, initialization is performed only once and as with the servlet init method, you generally initialize database connections, open files, and create lookup tables in the jspInit method.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11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348480" y="2089440"/>
              <a:ext cx="5072400" cy="15094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120" y="2080080"/>
                <a:ext cx="5091120" cy="152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874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JSP </a:t>
            </a:r>
            <a:r>
              <a:rPr lang="en-IN" dirty="0" smtClean="0">
                <a:solidFill>
                  <a:srgbClr val="FF0000"/>
                </a:solidFill>
              </a:rPr>
              <a:t>Execution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07342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IN" dirty="0" smtClean="0"/>
              <a:t>This </a:t>
            </a:r>
            <a:r>
              <a:rPr lang="en-IN" dirty="0"/>
              <a:t>phase of the JSP life cycle represents all interactions with requests until the JSP is destroyed.</a:t>
            </a:r>
          </a:p>
          <a:p>
            <a:pPr algn="just"/>
            <a:r>
              <a:rPr lang="en-IN" dirty="0"/>
              <a:t>Whenever a browser requests a JSP and the page has been loaded and initialized, the JSP engine invokes the </a:t>
            </a:r>
            <a:r>
              <a:rPr lang="en-IN" b="1" dirty="0"/>
              <a:t>_jspService()</a:t>
            </a:r>
            <a:r>
              <a:rPr lang="en-IN" dirty="0"/>
              <a:t> method in the JSP.</a:t>
            </a:r>
          </a:p>
          <a:p>
            <a:pPr algn="just"/>
            <a:r>
              <a:rPr lang="en-IN" dirty="0"/>
              <a:t>The _jspService() method takes an </a:t>
            </a:r>
            <a:r>
              <a:rPr lang="en-IN" b="1" dirty="0"/>
              <a:t>HttpServletRequest</a:t>
            </a:r>
            <a:r>
              <a:rPr lang="en-IN" dirty="0"/>
              <a:t> and an </a:t>
            </a:r>
            <a:r>
              <a:rPr lang="en-IN" b="1" dirty="0"/>
              <a:t>HttpServletResponse</a:t>
            </a:r>
            <a:r>
              <a:rPr lang="en-IN" dirty="0"/>
              <a:t> as its parameters as follows −</a:t>
            </a:r>
          </a:p>
          <a:p>
            <a:pPr lvl="1"/>
            <a:r>
              <a:rPr lang="en-IN" dirty="0"/>
              <a:t>void _jspService(HttpServletRequest request, HttpServletResponse response</a:t>
            </a:r>
            <a:r>
              <a:rPr lang="en-IN" dirty="0" smtClean="0"/>
              <a:t>)</a:t>
            </a:r>
          </a:p>
          <a:p>
            <a:pPr lvl="1"/>
            <a:r>
              <a:rPr lang="en-IN" dirty="0" smtClean="0"/>
              <a:t>{ </a:t>
            </a:r>
            <a:r>
              <a:rPr lang="en-IN" dirty="0"/>
              <a:t>// Service handling code... </a:t>
            </a:r>
            <a:r>
              <a:rPr lang="en-IN" dirty="0" smtClean="0"/>
              <a:t>}</a:t>
            </a:r>
          </a:p>
          <a:p>
            <a:r>
              <a:rPr lang="en-IN" dirty="0" smtClean="0"/>
              <a:t>The</a:t>
            </a:r>
            <a:r>
              <a:rPr lang="en-IN" dirty="0"/>
              <a:t> </a:t>
            </a:r>
            <a:r>
              <a:rPr lang="en-IN" b="1" dirty="0"/>
              <a:t>_jspService()</a:t>
            </a:r>
            <a:r>
              <a:rPr lang="en-IN" dirty="0"/>
              <a:t> method of a JSP is invoked on request </a:t>
            </a:r>
            <a:r>
              <a:rPr lang="en-IN" dirty="0" smtClean="0"/>
              <a:t>basis.</a:t>
            </a:r>
          </a:p>
          <a:p>
            <a:pPr lvl="1"/>
            <a:r>
              <a:rPr lang="en-IN" dirty="0" smtClean="0"/>
              <a:t>This </a:t>
            </a:r>
            <a:r>
              <a:rPr lang="en-IN" dirty="0"/>
              <a:t>is responsible for generating the response for that request and this method is also responsible for generating responses to all seven of the HTTP methods, i.e, </a:t>
            </a:r>
            <a:r>
              <a:rPr lang="en-IN" b="1" dirty="0"/>
              <a:t>GET, POST, DELETE</a:t>
            </a:r>
            <a:r>
              <a:rPr lang="en-IN" dirty="0"/>
              <a:t>, etc.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12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384120" y="2705760"/>
              <a:ext cx="2831040" cy="15361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760" y="2696400"/>
                <a:ext cx="2849760" cy="155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126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/>
              <a:t>JSP </a:t>
            </a:r>
            <a:r>
              <a:rPr lang="en-IN" dirty="0" smtClean="0"/>
              <a:t>Cleanup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328592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The destruction phase of the JSP life cycle represents when a JSP is being removed from use by a container.</a:t>
            </a:r>
          </a:p>
          <a:p>
            <a:pPr algn="just"/>
            <a:r>
              <a:rPr lang="en-IN" dirty="0"/>
              <a:t>The </a:t>
            </a:r>
            <a:r>
              <a:rPr lang="en-IN" b="1" dirty="0"/>
              <a:t>jspDestroy()</a:t>
            </a:r>
            <a:r>
              <a:rPr lang="en-IN" dirty="0"/>
              <a:t> method is the JSP equivalent of the destroy method for </a:t>
            </a:r>
            <a:r>
              <a:rPr lang="en-IN" dirty="0" smtClean="0"/>
              <a:t>servlets.</a:t>
            </a:r>
          </a:p>
          <a:p>
            <a:pPr algn="just"/>
            <a:r>
              <a:rPr lang="en-IN" dirty="0" smtClean="0"/>
              <a:t>Override </a:t>
            </a:r>
            <a:r>
              <a:rPr lang="en-IN" dirty="0"/>
              <a:t>jspDestroy when you need to perform any </a:t>
            </a:r>
            <a:r>
              <a:rPr lang="en-IN" dirty="0" err="1"/>
              <a:t>cleanup</a:t>
            </a:r>
            <a:r>
              <a:rPr lang="en-IN" dirty="0"/>
              <a:t>, such as releasing database connections or closing open files.</a:t>
            </a:r>
          </a:p>
          <a:p>
            <a:pPr algn="just"/>
            <a:r>
              <a:rPr lang="en-IN" dirty="0"/>
              <a:t>The jspDestroy() method has the following form −</a:t>
            </a:r>
          </a:p>
          <a:p>
            <a:pPr lvl="1" algn="just"/>
            <a:r>
              <a:rPr lang="en-IN" dirty="0"/>
              <a:t>public void jspDestroy</a:t>
            </a:r>
            <a:r>
              <a:rPr lang="en-IN" dirty="0" smtClean="0"/>
              <a:t>()</a:t>
            </a:r>
          </a:p>
          <a:p>
            <a:pPr lvl="1" algn="just"/>
            <a:r>
              <a:rPr lang="en-IN" dirty="0" smtClean="0"/>
              <a:t>{ </a:t>
            </a:r>
            <a:r>
              <a:rPr lang="en-IN" dirty="0"/>
              <a:t>// Your </a:t>
            </a:r>
            <a:r>
              <a:rPr lang="en-IN" dirty="0" err="1"/>
              <a:t>cleanup</a:t>
            </a:r>
            <a:r>
              <a:rPr lang="en-IN" dirty="0"/>
              <a:t> code goes here.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13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419760" y="5438160"/>
              <a:ext cx="205920" cy="9021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0400" y="5428800"/>
                <a:ext cx="224640" cy="9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885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922114"/>
          </a:xfrm>
        </p:spPr>
        <p:txBody>
          <a:bodyPr>
            <a:normAutofit/>
          </a:bodyPr>
          <a:lstStyle/>
          <a:p>
            <a:r>
              <a:rPr lang="en-IN" dirty="0"/>
              <a:t>The </a:t>
            </a:r>
            <a:r>
              <a:rPr lang="en-IN" dirty="0" smtClean="0"/>
              <a:t>Scriptlet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784976" cy="5256584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1900" dirty="0"/>
              <a:t>A scriptlet can contain any number of JAVA language statements, variable or method declarations, or expressions that are valid in the page scripting language.</a:t>
            </a:r>
          </a:p>
          <a:p>
            <a:pPr algn="just"/>
            <a:r>
              <a:rPr lang="en-IN" sz="1900" dirty="0"/>
              <a:t>Following is the syntax of Scriptlet −</a:t>
            </a:r>
          </a:p>
          <a:p>
            <a:pPr lvl="1" algn="just"/>
            <a:r>
              <a:rPr lang="en-IN" sz="1700" dirty="0"/>
              <a:t>&lt;% code fragment </a:t>
            </a:r>
            <a:r>
              <a:rPr lang="en-IN" sz="1700" dirty="0" smtClean="0"/>
              <a:t>%&gt;</a:t>
            </a:r>
          </a:p>
          <a:p>
            <a:pPr algn="just"/>
            <a:r>
              <a:rPr lang="en-IN" sz="1900" dirty="0"/>
              <a:t>Any text, HTML tags, or JSP elements you write must be outside the </a:t>
            </a:r>
            <a:r>
              <a:rPr lang="en-IN" sz="1900" dirty="0" smtClean="0"/>
              <a:t>scriptlet.</a:t>
            </a:r>
          </a:p>
          <a:p>
            <a:pPr algn="just"/>
            <a:r>
              <a:rPr lang="en-IN" sz="1900" dirty="0" smtClean="0"/>
              <a:t>Following </a:t>
            </a:r>
            <a:r>
              <a:rPr lang="en-IN" sz="1900" dirty="0"/>
              <a:t>is the simple and first example for JSP </a:t>
            </a:r>
            <a:r>
              <a:rPr lang="en-IN" sz="1900" dirty="0" smtClean="0"/>
              <a:t>−</a:t>
            </a:r>
          </a:p>
          <a:p>
            <a:pPr lvl="1" algn="just"/>
            <a:r>
              <a:rPr lang="en-IN" sz="1700" dirty="0"/>
              <a:t>&lt;html</a:t>
            </a:r>
            <a:r>
              <a:rPr lang="en-IN" sz="1700" dirty="0" smtClean="0"/>
              <a:t>&gt;</a:t>
            </a:r>
          </a:p>
          <a:p>
            <a:pPr lvl="1" algn="just"/>
            <a:r>
              <a:rPr lang="en-IN" sz="1700" dirty="0" smtClean="0"/>
              <a:t>&lt;</a:t>
            </a:r>
            <a:r>
              <a:rPr lang="en-IN" sz="1700" dirty="0"/>
              <a:t>head</a:t>
            </a:r>
            <a:r>
              <a:rPr lang="en-IN" sz="1700" dirty="0" smtClean="0"/>
              <a:t>&gt;</a:t>
            </a:r>
          </a:p>
          <a:p>
            <a:pPr lvl="1" algn="just"/>
            <a:r>
              <a:rPr lang="en-IN" sz="1700" dirty="0" smtClean="0"/>
              <a:t>&lt;</a:t>
            </a:r>
            <a:r>
              <a:rPr lang="en-IN" sz="1700" dirty="0"/>
              <a:t>title&gt;Hello World&lt;/title</a:t>
            </a:r>
            <a:r>
              <a:rPr lang="en-IN" sz="1700" dirty="0" smtClean="0"/>
              <a:t>&gt;</a:t>
            </a:r>
          </a:p>
          <a:p>
            <a:pPr lvl="1" algn="just"/>
            <a:r>
              <a:rPr lang="en-IN" sz="1700" dirty="0" smtClean="0"/>
              <a:t>&lt;/</a:t>
            </a:r>
            <a:r>
              <a:rPr lang="en-IN" sz="1700" dirty="0"/>
              <a:t>head</a:t>
            </a:r>
            <a:r>
              <a:rPr lang="en-IN" sz="1700" dirty="0" smtClean="0"/>
              <a:t>&gt;</a:t>
            </a:r>
          </a:p>
          <a:p>
            <a:pPr lvl="1" algn="just"/>
            <a:r>
              <a:rPr lang="en-IN" sz="1700" dirty="0" smtClean="0"/>
              <a:t>&lt;</a:t>
            </a:r>
            <a:r>
              <a:rPr lang="en-IN" sz="1700" dirty="0"/>
              <a:t>body&gt; Hello World!&lt;br</a:t>
            </a:r>
            <a:r>
              <a:rPr lang="en-IN" sz="1700" dirty="0" smtClean="0"/>
              <a:t>/&gt;</a:t>
            </a:r>
          </a:p>
          <a:p>
            <a:pPr lvl="1" algn="just"/>
            <a:r>
              <a:rPr lang="en-IN" sz="1700" dirty="0" smtClean="0"/>
              <a:t>&lt;% </a:t>
            </a:r>
            <a:r>
              <a:rPr lang="en-IN" sz="1700" dirty="0"/>
              <a:t>out.println("Your IP address is " + request.getRemoteAddr()); %&gt; &lt;/body</a:t>
            </a:r>
            <a:r>
              <a:rPr lang="en-IN" sz="1700" dirty="0" smtClean="0"/>
              <a:t>&gt;</a:t>
            </a:r>
          </a:p>
          <a:p>
            <a:pPr lvl="1" algn="just"/>
            <a:r>
              <a:rPr lang="en-IN" sz="1700" dirty="0" smtClean="0"/>
              <a:t>&lt;/</a:t>
            </a:r>
            <a:r>
              <a:rPr lang="en-IN" sz="1700" dirty="0"/>
              <a:t>html</a:t>
            </a:r>
            <a:r>
              <a:rPr lang="en-IN" sz="1700" dirty="0" smtClean="0"/>
              <a:t>&gt;</a:t>
            </a:r>
          </a:p>
          <a:p>
            <a:pPr algn="just"/>
            <a:r>
              <a:rPr lang="en-IN" sz="1900" dirty="0"/>
              <a:t>Let us keep the above code in JSP file </a:t>
            </a:r>
            <a:r>
              <a:rPr lang="en-IN" sz="1900" b="1" dirty="0"/>
              <a:t>hello.jsp</a:t>
            </a:r>
            <a:r>
              <a:rPr lang="en-IN" sz="1900" dirty="0"/>
              <a:t> and put this file in </a:t>
            </a:r>
            <a:r>
              <a:rPr lang="en-IN" sz="1900" b="1" dirty="0"/>
              <a:t>C:\apache-tomcat7.0.2\webapps\ROOT</a:t>
            </a:r>
            <a:r>
              <a:rPr lang="en-IN" sz="1900" dirty="0"/>
              <a:t> </a:t>
            </a:r>
            <a:r>
              <a:rPr lang="en-IN" sz="1900" dirty="0" smtClean="0"/>
              <a:t>directory.</a:t>
            </a:r>
          </a:p>
          <a:p>
            <a:pPr algn="just"/>
            <a:r>
              <a:rPr lang="en-IN" sz="1900" dirty="0" smtClean="0"/>
              <a:t>Browse </a:t>
            </a:r>
            <a:r>
              <a:rPr lang="en-IN" sz="1900" dirty="0"/>
              <a:t>through the same using URL </a:t>
            </a:r>
            <a:r>
              <a:rPr lang="en-IN" sz="1900" b="1" dirty="0"/>
              <a:t>http://localhost:8080/hello.jsp</a:t>
            </a:r>
            <a:r>
              <a:rPr lang="en-IN" sz="1900" dirty="0"/>
              <a:t>. The above code will generate the following result </a:t>
            </a:r>
            <a:r>
              <a:rPr lang="en-IN" sz="1900" dirty="0" smtClean="0"/>
              <a:t>−</a:t>
            </a:r>
          </a:p>
          <a:p>
            <a:pPr algn="just"/>
            <a:endParaRPr lang="en-IN" sz="1900" dirty="0" smtClean="0"/>
          </a:p>
          <a:p>
            <a:pPr algn="just"/>
            <a:endParaRPr lang="en-US" dirty="0"/>
          </a:p>
          <a:p>
            <a:pPr algn="just"/>
            <a:endParaRPr lang="en-IN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14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924944"/>
            <a:ext cx="4391025" cy="147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446760" y="2312640"/>
              <a:ext cx="7224480" cy="30366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400" y="2303280"/>
                <a:ext cx="7243200" cy="305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780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JSP </a:t>
            </a:r>
            <a:r>
              <a:rPr lang="en-IN" dirty="0" smtClean="0">
                <a:solidFill>
                  <a:srgbClr val="FF0000"/>
                </a:solidFill>
              </a:rPr>
              <a:t>Declarations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32859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 smtClean="0"/>
              <a:t>A </a:t>
            </a:r>
            <a:r>
              <a:rPr lang="en-IN" dirty="0"/>
              <a:t>declaration declares one or more variables or methods that you can use in Java code later in the JSP </a:t>
            </a:r>
            <a:r>
              <a:rPr lang="en-IN" dirty="0" smtClean="0"/>
              <a:t>file.</a:t>
            </a:r>
          </a:p>
          <a:p>
            <a:pPr algn="just"/>
            <a:r>
              <a:rPr lang="en-IN" dirty="0" smtClean="0"/>
              <a:t>You </a:t>
            </a:r>
            <a:r>
              <a:rPr lang="en-IN" dirty="0"/>
              <a:t>must declare the variable or method before you use it in the JSP file.</a:t>
            </a:r>
          </a:p>
          <a:p>
            <a:pPr algn="just"/>
            <a:r>
              <a:rPr lang="en-IN" dirty="0"/>
              <a:t>Following is the syntax for JSP Declarations −</a:t>
            </a:r>
          </a:p>
          <a:p>
            <a:pPr lvl="1" algn="just"/>
            <a:r>
              <a:rPr lang="en-IN" dirty="0"/>
              <a:t>&lt;%! declaration; [ declaration; ]+ ... </a:t>
            </a:r>
            <a:r>
              <a:rPr lang="en-IN" dirty="0" smtClean="0"/>
              <a:t>%&gt;</a:t>
            </a:r>
          </a:p>
          <a:p>
            <a:r>
              <a:rPr lang="en-IN" dirty="0"/>
              <a:t>Following is an example for JSP Declarations −</a:t>
            </a:r>
          </a:p>
          <a:p>
            <a:pPr lvl="1"/>
            <a:r>
              <a:rPr lang="en-IN" dirty="0"/>
              <a:t>&lt;%! int i = 0; </a:t>
            </a:r>
            <a:r>
              <a:rPr lang="en-IN" dirty="0" smtClean="0"/>
              <a:t>%&gt;</a:t>
            </a:r>
          </a:p>
          <a:p>
            <a:pPr lvl="1"/>
            <a:r>
              <a:rPr lang="en-IN" dirty="0" smtClean="0"/>
              <a:t>&lt;%! </a:t>
            </a:r>
            <a:r>
              <a:rPr lang="en-IN" dirty="0"/>
              <a:t>int a, b, c; </a:t>
            </a:r>
            <a:r>
              <a:rPr lang="en-IN" dirty="0" smtClean="0"/>
              <a:t>%&gt;</a:t>
            </a:r>
          </a:p>
          <a:p>
            <a:pPr lvl="1"/>
            <a:r>
              <a:rPr lang="en-IN" dirty="0" smtClean="0"/>
              <a:t>&lt;%! </a:t>
            </a:r>
            <a:r>
              <a:rPr lang="en-IN" dirty="0"/>
              <a:t>Circle a = new Circle(2.0); %&gt;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15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1402200" y="3911040"/>
              <a:ext cx="4920480" cy="4647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2840" y="3901680"/>
                <a:ext cx="4939200" cy="4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173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108012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JSP </a:t>
            </a:r>
            <a:r>
              <a:rPr lang="en-IN" dirty="0" smtClean="0">
                <a:solidFill>
                  <a:srgbClr val="FF0000"/>
                </a:solidFill>
              </a:rPr>
              <a:t>Expression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328592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en-IN" sz="4500" dirty="0" smtClean="0"/>
              <a:t>A </a:t>
            </a:r>
            <a:r>
              <a:rPr lang="en-IN" sz="4500" dirty="0"/>
              <a:t>JSP expression element contains a scripting language expression that is evaluated, converted to a String, and inserted where the expression appears in the JSP file.</a:t>
            </a:r>
          </a:p>
          <a:p>
            <a:pPr algn="just"/>
            <a:r>
              <a:rPr lang="en-IN" sz="4500" dirty="0"/>
              <a:t>Because the value of an expression is converted to a String, you can use an expression within a line of text, whether or not it is tagged with HTML, in a JSP file.</a:t>
            </a:r>
          </a:p>
          <a:p>
            <a:pPr algn="just"/>
            <a:r>
              <a:rPr lang="en-IN" sz="4500" dirty="0"/>
              <a:t>The expression element can contain any expression that is valid according to the Java Language Specification but you cannot use a semicolon to end an expression.</a:t>
            </a:r>
          </a:p>
          <a:p>
            <a:pPr algn="just"/>
            <a:r>
              <a:rPr lang="en-IN" sz="4500" dirty="0"/>
              <a:t>Following is the syntax of JSP Expression −</a:t>
            </a:r>
          </a:p>
          <a:p>
            <a:pPr lvl="1" algn="just"/>
            <a:r>
              <a:rPr lang="en-IN" sz="4000" dirty="0"/>
              <a:t>&lt;%= expression </a:t>
            </a:r>
            <a:r>
              <a:rPr lang="en-IN" sz="4000" dirty="0" smtClean="0"/>
              <a:t>%&gt;</a:t>
            </a:r>
          </a:p>
          <a:p>
            <a:r>
              <a:rPr lang="en-IN" sz="4500" dirty="0"/>
              <a:t>Following example shows a JSP Expression −</a:t>
            </a:r>
          </a:p>
          <a:p>
            <a:pPr lvl="1"/>
            <a:r>
              <a:rPr lang="en-IN" sz="4000" dirty="0"/>
              <a:t>&lt;html</a:t>
            </a:r>
            <a:r>
              <a:rPr lang="en-IN" sz="4000" dirty="0" smtClean="0"/>
              <a:t>&gt;</a:t>
            </a:r>
          </a:p>
          <a:p>
            <a:pPr lvl="1"/>
            <a:r>
              <a:rPr lang="en-IN" sz="4000" dirty="0" smtClean="0"/>
              <a:t>&lt;</a:t>
            </a:r>
            <a:r>
              <a:rPr lang="en-IN" sz="4000" dirty="0"/>
              <a:t>head</a:t>
            </a:r>
            <a:r>
              <a:rPr lang="en-IN" sz="4000" dirty="0" smtClean="0"/>
              <a:t>&gt;</a:t>
            </a:r>
          </a:p>
          <a:p>
            <a:pPr lvl="1"/>
            <a:r>
              <a:rPr lang="en-IN" sz="4000" dirty="0" smtClean="0"/>
              <a:t>&lt;</a:t>
            </a:r>
            <a:r>
              <a:rPr lang="en-IN" sz="4000" dirty="0"/>
              <a:t>title&gt;A Comment Test&lt;/title</a:t>
            </a:r>
            <a:r>
              <a:rPr lang="en-IN" sz="4000" dirty="0" smtClean="0"/>
              <a:t>&gt;</a:t>
            </a:r>
          </a:p>
          <a:p>
            <a:pPr lvl="1"/>
            <a:r>
              <a:rPr lang="en-IN" sz="4000" dirty="0" smtClean="0"/>
              <a:t>&lt;/</a:t>
            </a:r>
            <a:r>
              <a:rPr lang="en-IN" sz="4000" dirty="0"/>
              <a:t>head</a:t>
            </a:r>
            <a:r>
              <a:rPr lang="en-IN" sz="4000" dirty="0" smtClean="0"/>
              <a:t>&gt;</a:t>
            </a:r>
          </a:p>
          <a:p>
            <a:pPr lvl="1"/>
            <a:r>
              <a:rPr lang="en-IN" sz="4000" dirty="0" smtClean="0"/>
              <a:t>&lt;</a:t>
            </a:r>
            <a:r>
              <a:rPr lang="en-IN" sz="4000" dirty="0"/>
              <a:t>body</a:t>
            </a:r>
            <a:r>
              <a:rPr lang="en-IN" sz="4000" dirty="0" smtClean="0"/>
              <a:t>&gt;</a:t>
            </a:r>
          </a:p>
          <a:p>
            <a:pPr lvl="1"/>
            <a:r>
              <a:rPr lang="en-IN" sz="4000" dirty="0" smtClean="0"/>
              <a:t>&lt;</a:t>
            </a:r>
            <a:r>
              <a:rPr lang="en-IN" sz="4000" dirty="0"/>
              <a:t>p&gt;Today's date: &lt;%= (new </a:t>
            </a:r>
            <a:r>
              <a:rPr lang="en-IN" sz="4000" dirty="0" err="1"/>
              <a:t>java.util.Date</a:t>
            </a:r>
            <a:r>
              <a:rPr lang="en-IN" sz="4000" dirty="0"/>
              <a:t>()).</a:t>
            </a:r>
            <a:r>
              <a:rPr lang="en-IN" sz="4000" dirty="0" err="1"/>
              <a:t>toLocaleString</a:t>
            </a:r>
            <a:r>
              <a:rPr lang="en-IN" sz="4000" dirty="0"/>
              <a:t>()%&gt;&lt;/p&gt; </a:t>
            </a:r>
            <a:endParaRPr lang="en-IN" sz="4000" dirty="0" smtClean="0"/>
          </a:p>
          <a:p>
            <a:pPr lvl="1"/>
            <a:r>
              <a:rPr lang="en-IN" sz="4000" dirty="0" smtClean="0"/>
              <a:t>&lt;/</a:t>
            </a:r>
            <a:r>
              <a:rPr lang="en-IN" sz="4000" dirty="0"/>
              <a:t>body</a:t>
            </a:r>
            <a:r>
              <a:rPr lang="en-IN" sz="4000" dirty="0" smtClean="0"/>
              <a:t>&gt;</a:t>
            </a:r>
          </a:p>
          <a:p>
            <a:pPr lvl="1"/>
            <a:r>
              <a:rPr lang="en-IN" sz="4000" dirty="0" smtClean="0"/>
              <a:t>&lt;/html&gt;</a:t>
            </a:r>
          </a:p>
          <a:p>
            <a:r>
              <a:rPr lang="en-IN" sz="4500" dirty="0" smtClean="0"/>
              <a:t>The </a:t>
            </a:r>
            <a:r>
              <a:rPr lang="en-IN" sz="4500" dirty="0"/>
              <a:t>above code will generate the following result −</a:t>
            </a:r>
          </a:p>
          <a:p>
            <a:pPr lvl="1"/>
            <a:r>
              <a:rPr lang="en-IN" sz="4000" dirty="0"/>
              <a:t>Today's date: 11-Sep-2010 21:24:25</a:t>
            </a:r>
          </a:p>
          <a:p>
            <a:pPr algn="just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16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1089720" y="1232280"/>
              <a:ext cx="5706360" cy="47242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0360" y="1222920"/>
                <a:ext cx="5725080" cy="47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18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JSP </a:t>
            </a:r>
            <a:r>
              <a:rPr lang="en-IN" dirty="0" smtClean="0">
                <a:solidFill>
                  <a:srgbClr val="FF0000"/>
                </a:solidFill>
              </a:rPr>
              <a:t>Comments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784976" cy="525658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IN" dirty="0" smtClean="0"/>
              <a:t>JSP </a:t>
            </a:r>
            <a:r>
              <a:rPr lang="en-IN" dirty="0"/>
              <a:t>comment marks text or statements that the JSP container should </a:t>
            </a:r>
            <a:r>
              <a:rPr lang="en-IN" dirty="0" smtClean="0"/>
              <a:t>ignore.</a:t>
            </a:r>
          </a:p>
          <a:p>
            <a:pPr algn="just"/>
            <a:r>
              <a:rPr lang="en-IN" dirty="0" smtClean="0"/>
              <a:t>A </a:t>
            </a:r>
            <a:r>
              <a:rPr lang="en-IN" dirty="0"/>
              <a:t>JSP comment is useful when you want to hide or "comment out", a part of your JSP page.</a:t>
            </a:r>
          </a:p>
          <a:p>
            <a:pPr algn="just"/>
            <a:r>
              <a:rPr lang="en-IN" dirty="0"/>
              <a:t>Following is the syntax of the JSP comments −</a:t>
            </a:r>
          </a:p>
          <a:p>
            <a:pPr lvl="1" algn="just"/>
            <a:r>
              <a:rPr lang="en-IN" dirty="0"/>
              <a:t>&lt;%-- This is JSP comment </a:t>
            </a:r>
            <a:r>
              <a:rPr lang="en-IN" dirty="0" smtClean="0"/>
              <a:t>--%&gt;</a:t>
            </a:r>
          </a:p>
          <a:p>
            <a:pPr algn="just"/>
            <a:r>
              <a:rPr lang="en-IN" dirty="0" smtClean="0"/>
              <a:t>Following </a:t>
            </a:r>
            <a:r>
              <a:rPr lang="en-IN" dirty="0"/>
              <a:t>example shows the JSP Comments −</a:t>
            </a:r>
          </a:p>
          <a:p>
            <a:pPr lvl="1" algn="just"/>
            <a:r>
              <a:rPr lang="en-IN" dirty="0"/>
              <a:t>&lt;html</a:t>
            </a:r>
            <a:r>
              <a:rPr lang="en-IN" dirty="0" smtClean="0"/>
              <a:t>&gt;</a:t>
            </a:r>
          </a:p>
          <a:p>
            <a:pPr lvl="1" algn="just"/>
            <a:r>
              <a:rPr lang="en-IN" dirty="0" smtClean="0"/>
              <a:t>&lt;</a:t>
            </a:r>
            <a:r>
              <a:rPr lang="en-IN" dirty="0"/>
              <a:t>head</a:t>
            </a:r>
            <a:r>
              <a:rPr lang="en-IN" dirty="0" smtClean="0"/>
              <a:t>&gt;</a:t>
            </a:r>
          </a:p>
          <a:p>
            <a:pPr lvl="1" algn="just"/>
            <a:r>
              <a:rPr lang="en-IN" dirty="0" smtClean="0"/>
              <a:t>&lt;</a:t>
            </a:r>
            <a:r>
              <a:rPr lang="en-IN" dirty="0"/>
              <a:t>title&gt;A Comment Test&lt;/title</a:t>
            </a:r>
            <a:r>
              <a:rPr lang="en-IN" dirty="0" smtClean="0"/>
              <a:t>&gt;</a:t>
            </a:r>
          </a:p>
          <a:p>
            <a:pPr lvl="1" algn="just"/>
            <a:r>
              <a:rPr lang="en-IN" dirty="0" smtClean="0"/>
              <a:t>&lt;/</a:t>
            </a:r>
            <a:r>
              <a:rPr lang="en-IN" dirty="0"/>
              <a:t>head</a:t>
            </a:r>
            <a:r>
              <a:rPr lang="en-IN" dirty="0" smtClean="0"/>
              <a:t>&gt;</a:t>
            </a:r>
          </a:p>
          <a:p>
            <a:pPr lvl="1" algn="just"/>
            <a:r>
              <a:rPr lang="en-IN" dirty="0" smtClean="0"/>
              <a:t>&lt;</a:t>
            </a:r>
            <a:r>
              <a:rPr lang="en-IN" dirty="0"/>
              <a:t>body</a:t>
            </a:r>
            <a:r>
              <a:rPr lang="en-IN" dirty="0" smtClean="0"/>
              <a:t>&gt;&lt;</a:t>
            </a:r>
            <a:r>
              <a:rPr lang="en-IN" dirty="0"/>
              <a:t>h2&gt;A Test of Comments&lt;/h2</a:t>
            </a:r>
            <a:r>
              <a:rPr lang="en-IN" dirty="0" smtClean="0"/>
              <a:t>&gt;</a:t>
            </a:r>
          </a:p>
          <a:p>
            <a:pPr lvl="1" algn="just"/>
            <a:r>
              <a:rPr lang="en-IN" dirty="0" smtClean="0"/>
              <a:t>&lt;%-- </a:t>
            </a:r>
            <a:r>
              <a:rPr lang="en-IN" dirty="0"/>
              <a:t>This comment will not be visible in the page source --%&gt; &lt;/body</a:t>
            </a:r>
            <a:r>
              <a:rPr lang="en-IN" dirty="0" smtClean="0"/>
              <a:t>&gt;</a:t>
            </a:r>
          </a:p>
          <a:p>
            <a:pPr lvl="1" algn="just"/>
            <a:r>
              <a:rPr lang="en-IN" dirty="0" smtClean="0"/>
              <a:t>&lt;/html&gt;</a:t>
            </a:r>
          </a:p>
          <a:p>
            <a:pPr algn="just"/>
            <a:r>
              <a:rPr lang="en-IN" dirty="0" smtClean="0"/>
              <a:t>The </a:t>
            </a:r>
            <a:r>
              <a:rPr lang="en-IN" dirty="0"/>
              <a:t>above code will generate the following result −</a:t>
            </a:r>
          </a:p>
          <a:p>
            <a:pPr lvl="1" algn="just"/>
            <a:r>
              <a:rPr lang="en-IN" dirty="0"/>
              <a:t>A Test of Comments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17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1018080" y="2919960"/>
              <a:ext cx="6197760" cy="22597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8720" y="2910600"/>
                <a:ext cx="6216480" cy="227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651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008112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JSP Implicit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Objects</a:t>
            </a:r>
            <a:endParaRPr lang="en-IN" dirty="0">
              <a:solidFill>
                <a:srgbClr val="FF0000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044673"/>
              </p:ext>
            </p:extLst>
          </p:nvPr>
        </p:nvGraphicFramePr>
        <p:xfrm>
          <a:off x="179512" y="1124744"/>
          <a:ext cx="8784976" cy="5256582"/>
        </p:xfrm>
        <a:graphic>
          <a:graphicData uri="http://schemas.openxmlformats.org/drawingml/2006/table">
            <a:tbl>
              <a:tblPr/>
              <a:tblGrid>
                <a:gridCol w="739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5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632">
                <a:tc>
                  <a:txBody>
                    <a:bodyPr/>
                    <a:lstStyle/>
                    <a:p>
                      <a:pPr fontAlgn="t"/>
                      <a:r>
                        <a:rPr lang="en-IN" sz="900">
                          <a:effectLst/>
                        </a:rPr>
                        <a:t>S.No.</a:t>
                      </a:r>
                    </a:p>
                  </a:txBody>
                  <a:tcPr marL="38617" marR="38617" marT="38617" marB="3861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900">
                          <a:effectLst/>
                        </a:rPr>
                        <a:t>Object &amp; Description</a:t>
                      </a:r>
                    </a:p>
                  </a:txBody>
                  <a:tcPr marL="38617" marR="38617" marT="38617" marB="3861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3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>
                          <a:effectLst/>
                        </a:rPr>
                        <a:t>1</a:t>
                      </a:r>
                    </a:p>
                  </a:txBody>
                  <a:tcPr marL="38617" marR="38617" marT="38617" marB="3861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request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This is the </a:t>
                      </a:r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HttpServletRequest</a:t>
                      </a:r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 object associated with the request.</a:t>
                      </a:r>
                    </a:p>
                  </a:txBody>
                  <a:tcPr marL="38617" marR="38617" marT="38617" marB="3861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3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>
                          <a:effectLst/>
                        </a:rPr>
                        <a:t>2</a:t>
                      </a:r>
                    </a:p>
                  </a:txBody>
                  <a:tcPr marL="38617" marR="38617" marT="38617" marB="3861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response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This is the </a:t>
                      </a:r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HttpServletResponse</a:t>
                      </a:r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 object associated with the response to the client.</a:t>
                      </a:r>
                    </a:p>
                  </a:txBody>
                  <a:tcPr marL="38617" marR="38617" marT="38617" marB="3861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3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>
                          <a:effectLst/>
                        </a:rPr>
                        <a:t>3</a:t>
                      </a:r>
                    </a:p>
                  </a:txBody>
                  <a:tcPr marL="38617" marR="38617" marT="38617" marB="3861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out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This is the </a:t>
                      </a:r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PrintWriter</a:t>
                      </a:r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 object used to send output to the client.</a:t>
                      </a:r>
                    </a:p>
                  </a:txBody>
                  <a:tcPr marL="38617" marR="38617" marT="38617" marB="3861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1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>
                          <a:effectLst/>
                        </a:rPr>
                        <a:t>4</a:t>
                      </a:r>
                    </a:p>
                  </a:txBody>
                  <a:tcPr marL="38617" marR="38617" marT="38617" marB="3861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session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This is the </a:t>
                      </a:r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HttpSession</a:t>
                      </a:r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 object associated with the request.</a:t>
                      </a:r>
                    </a:p>
                  </a:txBody>
                  <a:tcPr marL="38617" marR="38617" marT="38617" marB="3861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3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>
                          <a:effectLst/>
                        </a:rPr>
                        <a:t>5</a:t>
                      </a:r>
                    </a:p>
                  </a:txBody>
                  <a:tcPr marL="38617" marR="38617" marT="38617" marB="3861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application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This is the </a:t>
                      </a:r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ServletContext</a:t>
                      </a:r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 object associated with the application context.</a:t>
                      </a:r>
                    </a:p>
                  </a:txBody>
                  <a:tcPr marL="38617" marR="38617" marT="38617" marB="3861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6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>
                          <a:effectLst/>
                        </a:rPr>
                        <a:t>6</a:t>
                      </a:r>
                    </a:p>
                  </a:txBody>
                  <a:tcPr marL="38617" marR="38617" marT="38617" marB="3861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config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This is the </a:t>
                      </a:r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ServletConfig</a:t>
                      </a:r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 object associated with the page.</a:t>
                      </a:r>
                    </a:p>
                  </a:txBody>
                  <a:tcPr marL="38617" marR="38617" marT="38617" marB="3861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3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>
                          <a:effectLst/>
                        </a:rPr>
                        <a:t>7</a:t>
                      </a:r>
                    </a:p>
                  </a:txBody>
                  <a:tcPr marL="38617" marR="38617" marT="38617" marB="3861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pageContext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This encapsulates use of server-specific features like higher performance </a:t>
                      </a:r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JspWriters</a:t>
                      </a:r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</a:p>
                  </a:txBody>
                  <a:tcPr marL="38617" marR="38617" marT="38617" marB="3861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3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>
                          <a:effectLst/>
                        </a:rPr>
                        <a:t>8</a:t>
                      </a:r>
                    </a:p>
                  </a:txBody>
                  <a:tcPr marL="38617" marR="38617" marT="38617" marB="3861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page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This is simply a synonym for </a:t>
                      </a:r>
                      <a:r>
                        <a:rPr lang="en-IN" sz="900" b="1">
                          <a:solidFill>
                            <a:srgbClr val="000000"/>
                          </a:solidFill>
                          <a:effectLst/>
                        </a:rPr>
                        <a:t>this</a:t>
                      </a:r>
                      <a:r>
                        <a:rPr lang="en-IN" sz="900">
                          <a:solidFill>
                            <a:srgbClr val="000000"/>
                          </a:solidFill>
                          <a:effectLst/>
                        </a:rPr>
                        <a:t>, and is used to call the methods defined by the translated servlet class.</a:t>
                      </a:r>
                    </a:p>
                  </a:txBody>
                  <a:tcPr marL="38617" marR="38617" marT="38617" marB="3861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3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>
                          <a:effectLst/>
                        </a:rPr>
                        <a:t>9</a:t>
                      </a:r>
                    </a:p>
                  </a:txBody>
                  <a:tcPr marL="38617" marR="38617" marT="38617" marB="3861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900" b="1" dirty="0">
                          <a:solidFill>
                            <a:srgbClr val="000000"/>
                          </a:solidFill>
                          <a:effectLst/>
                        </a:rPr>
                        <a:t>Exception</a:t>
                      </a:r>
                      <a:endParaRPr lang="en-IN" sz="9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</a:rPr>
                        <a:t>The </a:t>
                      </a:r>
                      <a:r>
                        <a:rPr lang="en-IN" sz="900" b="1" dirty="0">
                          <a:solidFill>
                            <a:srgbClr val="000000"/>
                          </a:solidFill>
                          <a:effectLst/>
                        </a:rPr>
                        <a:t>Exception</a:t>
                      </a: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</a:rPr>
                        <a:t> object allows the exception data to be accessed by designated JSP.</a:t>
                      </a:r>
                    </a:p>
                  </a:txBody>
                  <a:tcPr marL="38617" marR="38617" marT="38617" marB="3861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18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491480" y="3009240"/>
              <a:ext cx="1250280" cy="598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2120" y="2999880"/>
                <a:ext cx="1269000" cy="61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030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712968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JSP - Client </a:t>
            </a:r>
            <a:r>
              <a:rPr lang="en-IN" dirty="0" smtClean="0">
                <a:solidFill>
                  <a:srgbClr val="FF0000"/>
                </a:solidFill>
              </a:rPr>
              <a:t>Request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328592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When </a:t>
            </a:r>
            <a:r>
              <a:rPr lang="en-IN" dirty="0"/>
              <a:t>a browser requests for a Webpage, it sends a lot of information to the web </a:t>
            </a:r>
            <a:r>
              <a:rPr lang="en-IN" dirty="0" smtClean="0"/>
              <a:t>server.</a:t>
            </a:r>
          </a:p>
          <a:p>
            <a:pPr algn="just"/>
            <a:r>
              <a:rPr lang="en-IN" dirty="0" smtClean="0"/>
              <a:t>This </a:t>
            </a:r>
            <a:r>
              <a:rPr lang="en-IN" dirty="0"/>
              <a:t>information cannot be read directly because this information travels as a part of header of HTTP </a:t>
            </a:r>
            <a:r>
              <a:rPr lang="en-IN" dirty="0" smtClean="0"/>
              <a:t>request.</a:t>
            </a:r>
          </a:p>
          <a:p>
            <a:pPr algn="just"/>
            <a:r>
              <a:rPr lang="en-IN" dirty="0" smtClean="0"/>
              <a:t>Following </a:t>
            </a:r>
            <a:r>
              <a:rPr lang="en-IN" dirty="0"/>
              <a:t>table lists out the important header information which comes from the </a:t>
            </a:r>
            <a:r>
              <a:rPr lang="en-IN" dirty="0" smtClean="0"/>
              <a:t>browser.</a:t>
            </a:r>
          </a:p>
          <a:p>
            <a:pPr algn="just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341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8114583"/>
              </p:ext>
            </p:extLst>
          </p:nvPr>
        </p:nvGraphicFramePr>
        <p:xfrm>
          <a:off x="467545" y="260650"/>
          <a:ext cx="8208912" cy="6197821"/>
        </p:xfrm>
        <a:graphic>
          <a:graphicData uri="http://schemas.openxmlformats.org/drawingml/2006/table">
            <a:tbl>
              <a:tblPr/>
              <a:tblGrid>
                <a:gridCol w="69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8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370">
                <a:tc>
                  <a:txBody>
                    <a:bodyPr/>
                    <a:lstStyle/>
                    <a:p>
                      <a:pPr fontAlgn="t"/>
                      <a:r>
                        <a:rPr lang="en-IN" sz="500">
                          <a:effectLst/>
                        </a:rPr>
                        <a:t>S.No.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500">
                          <a:effectLst/>
                        </a:rPr>
                        <a:t>Header &amp; Description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9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dirty="0">
                          <a:effectLst/>
                        </a:rPr>
                        <a:t>1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Accept</a:t>
                      </a:r>
                      <a:endParaRPr lang="en-IN" sz="1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This header specifies the </a:t>
                      </a:r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MIME</a:t>
                      </a: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 types that the browser or other clients can handle. Values of </a:t>
                      </a:r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image/</a:t>
                      </a:r>
                      <a:r>
                        <a:rPr lang="en-IN" sz="1000" b="1" dirty="0" err="1">
                          <a:solidFill>
                            <a:srgbClr val="000000"/>
                          </a:solidFill>
                          <a:effectLst/>
                        </a:rPr>
                        <a:t>png</a:t>
                      </a: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 or </a:t>
                      </a:r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image/jpeg</a:t>
                      </a: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 are the two most common possibilities.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2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Accept-Charset</a:t>
                      </a:r>
                      <a:endParaRPr lang="en-IN" sz="1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This header specifies the character sets that the browser can use to display the information. For example, </a:t>
                      </a:r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ISO-8859-1</a:t>
                      </a: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9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3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Accept-Encoding</a:t>
                      </a:r>
                      <a:endParaRPr lang="en-IN" sz="1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This header specifies the types of encodings that the browser knows how to handle. Values of </a:t>
                      </a:r>
                      <a:r>
                        <a:rPr lang="en-IN" sz="1000" b="1" dirty="0" err="1">
                          <a:solidFill>
                            <a:srgbClr val="000000"/>
                          </a:solidFill>
                          <a:effectLst/>
                        </a:rPr>
                        <a:t>gzip</a:t>
                      </a: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 or </a:t>
                      </a:r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compress</a:t>
                      </a: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 are the two most common possibilities.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4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Accept-Language</a:t>
                      </a:r>
                      <a:endParaRPr lang="en-IN" sz="1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This header specifies the client's preferred languages in case the servlet can produce results in more than one language. For example </a:t>
                      </a:r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en, en-us, </a:t>
                      </a:r>
                      <a:r>
                        <a:rPr lang="en-IN" sz="1000" b="1" dirty="0" err="1">
                          <a:solidFill>
                            <a:srgbClr val="000000"/>
                          </a:solidFill>
                          <a:effectLst/>
                        </a:rPr>
                        <a:t>ru</a:t>
                      </a: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, etc.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5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Authorization</a:t>
                      </a:r>
                      <a:endParaRPr lang="en-IN" sz="1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This header is used by clients to identify themselves when accessing password-protected webpages.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7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6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Connection</a:t>
                      </a:r>
                      <a:endParaRPr lang="en-IN" sz="1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This header indicates whether the client can handle persistent HTTP connections. Persistent connections permit the client or other browser to retrieve multiple files with a single request. A value of </a:t>
                      </a:r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Keep-Alive</a:t>
                      </a: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 means that persistent connections should be used.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7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Content-Length</a:t>
                      </a:r>
                      <a:endParaRPr lang="en-IN" sz="1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This header is applicable only to </a:t>
                      </a:r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POST</a:t>
                      </a: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 requests and gives the size of the POST data in bytes.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8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Cookie</a:t>
                      </a:r>
                      <a:endParaRPr lang="en-IN" sz="1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This header returns cookies to servers that previously sent them to the browser.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9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>
                          <a:solidFill>
                            <a:srgbClr val="000000"/>
                          </a:solidFill>
                          <a:effectLst/>
                        </a:rPr>
                        <a:t>Host</a:t>
                      </a:r>
                      <a:endParaRPr lang="en-IN" sz="10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>
                          <a:solidFill>
                            <a:srgbClr val="000000"/>
                          </a:solidFill>
                          <a:effectLst/>
                        </a:rPr>
                        <a:t>This header specifies the host and port as given in the original URL.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49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10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If-Modified-Since</a:t>
                      </a:r>
                      <a:endParaRPr lang="en-IN" sz="1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This header indicates that the client wants the page only if it has been changed after the specified date. The server sends a code, 304 which means </a:t>
                      </a:r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Not Modified</a:t>
                      </a: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 header if no newer result is available.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00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11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>
                          <a:solidFill>
                            <a:srgbClr val="000000"/>
                          </a:solidFill>
                          <a:effectLst/>
                        </a:rPr>
                        <a:t>If-Unmodified-Since</a:t>
                      </a:r>
                      <a:endParaRPr lang="en-IN" sz="10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>
                          <a:solidFill>
                            <a:srgbClr val="000000"/>
                          </a:solidFill>
                          <a:effectLst/>
                        </a:rPr>
                        <a:t>This header is the reverse of </a:t>
                      </a:r>
                      <a:r>
                        <a:rPr lang="en-IN" sz="1000" b="1">
                          <a:solidFill>
                            <a:srgbClr val="000000"/>
                          </a:solidFill>
                          <a:effectLst/>
                        </a:rPr>
                        <a:t>If-Modified-Since</a:t>
                      </a:r>
                      <a:r>
                        <a:rPr lang="en-IN" sz="1000">
                          <a:solidFill>
                            <a:srgbClr val="000000"/>
                          </a:solidFill>
                          <a:effectLst/>
                        </a:rPr>
                        <a:t>; it specifies that the operation should succeed only if the document is older than the specified date.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249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12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 dirty="0" err="1">
                          <a:solidFill>
                            <a:srgbClr val="000000"/>
                          </a:solidFill>
                          <a:effectLst/>
                        </a:rPr>
                        <a:t>Referer</a:t>
                      </a:r>
                      <a:endParaRPr lang="en-IN" sz="1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This header indicates the URL of the referring webpages. For example, if you are at Webpage 1 and click on a link to Webpage 2, the URL of Webpage 1 is included in the </a:t>
                      </a:r>
                      <a:r>
                        <a:rPr lang="en-IN" sz="1000" dirty="0" err="1">
                          <a:solidFill>
                            <a:srgbClr val="000000"/>
                          </a:solidFill>
                          <a:effectLst/>
                        </a:rPr>
                        <a:t>Referer</a:t>
                      </a: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 header when the browser requests Webpage 2.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00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>
                          <a:effectLst/>
                        </a:rPr>
                        <a:t>13</a:t>
                      </a:r>
                    </a:p>
                  </a:txBody>
                  <a:tcPr marL="20351" marR="20351" marT="20351" marB="203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</a:rPr>
                        <a:t>User-Agent</a:t>
                      </a:r>
                      <a:endParaRPr lang="en-IN" sz="1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</a:rPr>
                        <a:t>This header identifies the browser or other client making the request and can be used to return different content to different types of browsers.</a:t>
                      </a:r>
                    </a:p>
                  </a:txBody>
                  <a:tcPr marL="20351" marR="20351" marT="20351" marB="2035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72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The HttpServletRequest </a:t>
            </a:r>
            <a:r>
              <a:rPr lang="en-IN" dirty="0" smtClean="0">
                <a:solidFill>
                  <a:srgbClr val="FF0000"/>
                </a:solidFill>
              </a:rPr>
              <a:t>Object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32859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dirty="0" smtClean="0"/>
              <a:t>The </a:t>
            </a:r>
            <a:r>
              <a:rPr lang="en-IN" dirty="0"/>
              <a:t>request object is an instance of a </a:t>
            </a:r>
            <a:r>
              <a:rPr lang="en-IN" b="1" dirty="0"/>
              <a:t>javax.servlet.http.HttpServletRequest</a:t>
            </a:r>
            <a:r>
              <a:rPr lang="en-IN" dirty="0"/>
              <a:t> </a:t>
            </a:r>
            <a:r>
              <a:rPr lang="en-IN" dirty="0" smtClean="0"/>
              <a:t>object.</a:t>
            </a:r>
          </a:p>
          <a:p>
            <a:pPr algn="just"/>
            <a:r>
              <a:rPr lang="en-IN" dirty="0" smtClean="0"/>
              <a:t>Each </a:t>
            </a:r>
            <a:r>
              <a:rPr lang="en-IN" dirty="0"/>
              <a:t>time a client requests a page, the JSP engine creates a new object to represent that request.</a:t>
            </a:r>
          </a:p>
          <a:p>
            <a:pPr algn="just"/>
            <a:r>
              <a:rPr lang="en-IN" dirty="0"/>
              <a:t>The request object provides methods to get HTTP header information including </a:t>
            </a:r>
            <a:r>
              <a:rPr lang="en-IN" b="1" dirty="0"/>
              <a:t>form data, cookies, HTTP methods</a:t>
            </a:r>
            <a:r>
              <a:rPr lang="en-IN" dirty="0"/>
              <a:t>, etc.</a:t>
            </a:r>
          </a:p>
          <a:p>
            <a:pPr algn="just"/>
            <a:r>
              <a:rPr lang="en-IN" dirty="0"/>
              <a:t>Following table lists out the important methods that can be used to read HTTP header in your JSP </a:t>
            </a:r>
            <a:r>
              <a:rPr lang="en-IN" dirty="0" smtClean="0"/>
              <a:t>program.</a:t>
            </a:r>
          </a:p>
          <a:p>
            <a:pPr algn="just"/>
            <a:r>
              <a:rPr lang="en-IN" dirty="0" smtClean="0"/>
              <a:t>These </a:t>
            </a:r>
            <a:r>
              <a:rPr lang="en-IN" dirty="0"/>
              <a:t>methods are available with </a:t>
            </a:r>
            <a:r>
              <a:rPr lang="en-IN" i="1" dirty="0"/>
              <a:t>HttpServletRequest</a:t>
            </a:r>
            <a:r>
              <a:rPr lang="en-IN" dirty="0"/>
              <a:t> object which represents client request to webserver.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76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139924"/>
              </p:ext>
            </p:extLst>
          </p:nvPr>
        </p:nvGraphicFramePr>
        <p:xfrm>
          <a:off x="467544" y="260645"/>
          <a:ext cx="8208912" cy="5617204"/>
        </p:xfrm>
        <a:graphic>
          <a:graphicData uri="http://schemas.openxmlformats.org/drawingml/2006/table">
            <a:tbl>
              <a:tblPr/>
              <a:tblGrid>
                <a:gridCol w="69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8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469">
                <a:tc>
                  <a:txBody>
                    <a:bodyPr/>
                    <a:lstStyle/>
                    <a:p>
                      <a:pPr fontAlgn="t"/>
                      <a:r>
                        <a:rPr lang="en-IN" sz="1200" dirty="0" err="1">
                          <a:effectLst/>
                        </a:rPr>
                        <a:t>S.No</a:t>
                      </a:r>
                      <a:r>
                        <a:rPr lang="en-IN" sz="1200" dirty="0">
                          <a:effectLst/>
                        </a:rPr>
                        <a:t>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>
                          <a:effectLst/>
                        </a:rPr>
                        <a:t>Method &amp; Description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0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</a:rPr>
                        <a:t>Cookie[] getCookies()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</a:rPr>
                        <a:t>Returns an array containing all of the Cookie objects the client sent with this request.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0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2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</a:rPr>
                        <a:t>Enumeration getAttributeNames()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</a:rPr>
                        <a:t>Returns an Enumeration containing the names of the attributes available to this request.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0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3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Enumeration </a:t>
                      </a:r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getHeaderNames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Returns an enumeration of all the header names this request contains.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4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Enumeration </a:t>
                      </a:r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getParameterNames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Returns an enumeration of String objects containing the names of the parameters contained in this request.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5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HttpSession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getSession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Returns the current session associated with the this request, or if the request does not have a session, creates one.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6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HttpSession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getSession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(boolean create)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Returns the current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</a:rPr>
                        <a:t>HttpSession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 associated with the this request or, if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</a:rPr>
                        <a:t>if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 there is no current session and create is true, returns a new session.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7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Locale </a:t>
                      </a:r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getLocale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Returns the preferred Locale that the client will accept content in, based on the Accept-Language header.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6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8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Object </a:t>
                      </a:r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getAttribute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(String name)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Returns the value of the named attribute as an Object, or null if no attribute of the given name exists.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0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9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ServletInputStream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getInputStream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Retrieves the body of the request as binary data using a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</a:rPr>
                        <a:t>ServletInputStream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6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10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String </a:t>
                      </a:r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getAuthType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Returns the name of the authentication scheme used to protect the servlet, for example, "BASIC" or "SSL," or null if the JSP was not protected.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0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11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String </a:t>
                      </a:r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getCharacterEncoding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Returns the name of the character encoding used in the body of this request.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0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12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String </a:t>
                      </a:r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getContentType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Returns the MIME type of the body of the request, or null if the type is not known.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0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13</a:t>
                      </a:r>
                    </a:p>
                  </a:txBody>
                  <a:tcPr marL="11203" marR="11203" marT="11203" marB="112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String </a:t>
                      </a:r>
                      <a:r>
                        <a:rPr lang="en-IN" sz="1200" b="1" dirty="0" err="1">
                          <a:solidFill>
                            <a:srgbClr val="000000"/>
                          </a:solidFill>
                          <a:effectLst/>
                        </a:rPr>
                        <a:t>getContextPath</a:t>
                      </a: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Returns the portion of the request URI that indicates the context of the request.</a:t>
                      </a:r>
                    </a:p>
                  </a:txBody>
                  <a:tcPr marL="11203" marR="11203" marT="11203" marB="11203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58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JSP - Server </a:t>
            </a:r>
            <a:r>
              <a:rPr lang="en-IN" dirty="0" smtClean="0">
                <a:solidFill>
                  <a:srgbClr val="FF0000"/>
                </a:solidFill>
              </a:rPr>
              <a:t>Response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80728"/>
            <a:ext cx="8784976" cy="5328592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IN" dirty="0" smtClean="0"/>
              <a:t>When </a:t>
            </a:r>
            <a:r>
              <a:rPr lang="en-IN" dirty="0"/>
              <a:t>a Web server responds to a HTTP request, the response typically consists of a status line, some response headers, a blank line, and the </a:t>
            </a:r>
            <a:r>
              <a:rPr lang="en-IN" dirty="0" smtClean="0"/>
              <a:t>document.</a:t>
            </a:r>
          </a:p>
          <a:p>
            <a:pPr algn="just"/>
            <a:r>
              <a:rPr lang="en-IN" dirty="0" smtClean="0"/>
              <a:t>A </a:t>
            </a:r>
            <a:r>
              <a:rPr lang="en-IN" dirty="0"/>
              <a:t>typical response looks like this −</a:t>
            </a:r>
          </a:p>
          <a:p>
            <a:pPr lvl="1" algn="just"/>
            <a:r>
              <a:rPr lang="en-IN" dirty="0"/>
              <a:t>HTTP/1.1 200 </a:t>
            </a:r>
            <a:r>
              <a:rPr lang="en-IN" dirty="0" smtClean="0"/>
              <a:t>OK</a:t>
            </a:r>
          </a:p>
          <a:p>
            <a:pPr lvl="1" algn="just"/>
            <a:r>
              <a:rPr lang="en-IN" dirty="0" smtClean="0"/>
              <a:t>Content-Type</a:t>
            </a:r>
            <a:r>
              <a:rPr lang="en-IN" dirty="0"/>
              <a:t>: </a:t>
            </a:r>
            <a:r>
              <a:rPr lang="en-IN" dirty="0" smtClean="0"/>
              <a:t>text/html</a:t>
            </a:r>
          </a:p>
          <a:p>
            <a:pPr lvl="1" algn="just"/>
            <a:r>
              <a:rPr lang="en-IN" dirty="0" smtClean="0"/>
              <a:t>Header2</a:t>
            </a:r>
            <a:r>
              <a:rPr lang="en-IN" dirty="0"/>
              <a:t>: ... ... </a:t>
            </a:r>
            <a:r>
              <a:rPr lang="en-IN" dirty="0" err="1"/>
              <a:t>HeaderN</a:t>
            </a:r>
            <a:r>
              <a:rPr lang="en-IN" dirty="0" smtClean="0"/>
              <a:t>:</a:t>
            </a:r>
          </a:p>
          <a:p>
            <a:pPr lvl="1" algn="just"/>
            <a:r>
              <a:rPr lang="en-IN" dirty="0" smtClean="0"/>
              <a:t>... </a:t>
            </a:r>
            <a:r>
              <a:rPr lang="en-IN" dirty="0"/>
              <a:t>(Blank Line</a:t>
            </a:r>
            <a:r>
              <a:rPr lang="en-IN" dirty="0" smtClean="0"/>
              <a:t>)</a:t>
            </a:r>
          </a:p>
          <a:p>
            <a:pPr lvl="1" algn="just"/>
            <a:r>
              <a:rPr lang="en-IN" dirty="0" smtClean="0"/>
              <a:t>&lt;!</a:t>
            </a:r>
            <a:r>
              <a:rPr lang="en-IN" dirty="0" err="1"/>
              <a:t>doctype</a:t>
            </a:r>
            <a:r>
              <a:rPr lang="en-IN" dirty="0"/>
              <a:t> </a:t>
            </a:r>
            <a:r>
              <a:rPr lang="en-IN" dirty="0" smtClean="0"/>
              <a:t>...&gt;</a:t>
            </a:r>
          </a:p>
          <a:p>
            <a:pPr lvl="1" algn="just"/>
            <a:r>
              <a:rPr lang="en-IN" dirty="0" smtClean="0"/>
              <a:t>&lt;</a:t>
            </a:r>
            <a:r>
              <a:rPr lang="en-IN" dirty="0"/>
              <a:t>html</a:t>
            </a:r>
            <a:r>
              <a:rPr lang="en-IN" dirty="0" smtClean="0"/>
              <a:t>&gt;</a:t>
            </a:r>
          </a:p>
          <a:p>
            <a:pPr lvl="1" algn="just"/>
            <a:r>
              <a:rPr lang="en-IN" dirty="0" smtClean="0"/>
              <a:t>&lt;</a:t>
            </a:r>
            <a:r>
              <a:rPr lang="en-IN" dirty="0"/>
              <a:t>head&gt;...&lt;/head</a:t>
            </a:r>
            <a:r>
              <a:rPr lang="en-IN" dirty="0" smtClean="0"/>
              <a:t>&gt;</a:t>
            </a:r>
          </a:p>
          <a:p>
            <a:pPr lvl="1" algn="just"/>
            <a:r>
              <a:rPr lang="en-IN" dirty="0" smtClean="0"/>
              <a:t>&lt;</a:t>
            </a:r>
            <a:r>
              <a:rPr lang="en-IN" dirty="0"/>
              <a:t>body&gt; ... &lt;/body</a:t>
            </a:r>
            <a:r>
              <a:rPr lang="en-IN" dirty="0" smtClean="0"/>
              <a:t>&gt;</a:t>
            </a:r>
          </a:p>
          <a:p>
            <a:pPr lvl="1" algn="just"/>
            <a:r>
              <a:rPr lang="en-IN" dirty="0" smtClean="0"/>
              <a:t>&lt;/</a:t>
            </a:r>
            <a:r>
              <a:rPr lang="en-IN" dirty="0"/>
              <a:t>html</a:t>
            </a:r>
            <a:r>
              <a:rPr lang="en-IN" dirty="0" smtClean="0"/>
              <a:t>&gt;</a:t>
            </a:r>
          </a:p>
          <a:p>
            <a:pPr algn="just"/>
            <a:r>
              <a:rPr lang="en-IN" dirty="0" smtClean="0"/>
              <a:t>The </a:t>
            </a:r>
            <a:r>
              <a:rPr lang="en-IN" dirty="0"/>
              <a:t>status line consists of the HTTP version </a:t>
            </a:r>
            <a:r>
              <a:rPr lang="en-IN" b="1" dirty="0"/>
              <a:t>(HTTP/1.1 in the example)</a:t>
            </a:r>
            <a:r>
              <a:rPr lang="en-IN" dirty="0"/>
              <a:t>, a status code </a:t>
            </a:r>
            <a:r>
              <a:rPr lang="en-IN" b="1" dirty="0"/>
              <a:t>(200 in the example)</a:t>
            </a:r>
            <a:r>
              <a:rPr lang="en-IN" dirty="0"/>
              <a:t>, and a very short message corresponding to the status code </a:t>
            </a:r>
            <a:r>
              <a:rPr lang="en-IN" b="1" dirty="0"/>
              <a:t>(OK in the example)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23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910800" y="2419920"/>
              <a:ext cx="2473920" cy="23756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1440" y="2410560"/>
                <a:ext cx="2492640" cy="239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374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12968" cy="1301006"/>
          </a:xfrm>
        </p:spPr>
        <p:txBody>
          <a:bodyPr>
            <a:normAutofit fontScale="90000"/>
          </a:bodyPr>
          <a:lstStyle/>
          <a:p>
            <a:r>
              <a:rPr lang="en-IN" sz="2700" dirty="0">
                <a:solidFill>
                  <a:srgbClr val="FF0000"/>
                </a:solidFill>
              </a:rPr>
              <a:t>Following table lists out the HTTP status codes and associated messages that might be returned from the Web Server </a:t>
            </a:r>
            <a:r>
              <a:rPr lang="en-IN" dirty="0"/>
              <a:t>−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930846"/>
              </p:ext>
            </p:extLst>
          </p:nvPr>
        </p:nvGraphicFramePr>
        <p:xfrm>
          <a:off x="179513" y="1270260"/>
          <a:ext cx="8784974" cy="4700002"/>
        </p:xfrm>
        <a:graphic>
          <a:graphicData uri="http://schemas.openxmlformats.org/drawingml/2006/table">
            <a:tbl>
              <a:tblPr/>
              <a:tblGrid>
                <a:gridCol w="3189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9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54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">
                          <a:effectLst/>
                        </a:rPr>
                        <a:t>Code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">
                          <a:effectLst/>
                        </a:rPr>
                        <a:t>Message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">
                          <a:effectLst/>
                        </a:rPr>
                        <a:t>Description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8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100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Continue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200">
                          <a:effectLst/>
                        </a:rPr>
                        <a:t>Only a part of the request has been received by the server, but as long as it has not been rejected, the client should continue with the request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2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101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Switching Protocols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200">
                          <a:effectLst/>
                        </a:rPr>
                        <a:t>The server switches protocol.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2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200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OK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200">
                          <a:effectLst/>
                        </a:rPr>
                        <a:t>The request is OK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5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201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Created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200">
                          <a:effectLst/>
                        </a:rPr>
                        <a:t>The request is complete, and a new resource is created 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202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Accepted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200">
                          <a:effectLst/>
                        </a:rPr>
                        <a:t>The request is accepted for processing, but the processing is not complete.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2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203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Non-authoritative Information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200">
                        <a:effectLst/>
                      </a:endParaRP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2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204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No Content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200">
                        <a:effectLst/>
                      </a:endParaRP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2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205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Reset Content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200">
                        <a:effectLst/>
                      </a:endParaRP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2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206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Partial Content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200">
                        <a:effectLst/>
                      </a:endParaRP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5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300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Multiple Choices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200">
                          <a:effectLst/>
                        </a:rPr>
                        <a:t>A link list; the user can select a link and go to that location. Maximum five addresses.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2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301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Moved Permanently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200">
                          <a:effectLst/>
                        </a:rPr>
                        <a:t>The requested page has moved to a new url.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5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302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Found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200">
                          <a:effectLst/>
                        </a:rPr>
                        <a:t>The requested page has moved temporarily to a new url.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5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303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See Other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200">
                          <a:effectLst/>
                        </a:rPr>
                        <a:t>The requested page can be found under a different url.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2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304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Not Modified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200">
                        <a:effectLst/>
                      </a:endParaRP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2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305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Use Proxy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200">
                        <a:effectLst/>
                      </a:endParaRP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5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306</a:t>
                      </a: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i="1">
                          <a:effectLst/>
                        </a:rPr>
                        <a:t>Unused</a:t>
                      </a:r>
                      <a:endParaRPr lang="en-IN" sz="1200">
                        <a:effectLst/>
                      </a:endParaRPr>
                    </a:p>
                  </a:txBody>
                  <a:tcPr marL="8229" marR="8229" marT="8229" marB="822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200" dirty="0">
                          <a:effectLst/>
                        </a:rPr>
                        <a:t>This code was used in a previous version. It is no longer used, but the code is reserved.</a:t>
                      </a:r>
                    </a:p>
                  </a:txBody>
                  <a:tcPr marL="8229" marR="8229" marT="8229" marB="822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07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JSP - Form </a:t>
            </a:r>
            <a:r>
              <a:rPr lang="en-IN" dirty="0" smtClean="0">
                <a:solidFill>
                  <a:srgbClr val="FF0000"/>
                </a:solidFill>
              </a:rPr>
              <a:t>Processing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784976" cy="5400600"/>
          </a:xfrm>
        </p:spPr>
        <p:txBody>
          <a:bodyPr/>
          <a:lstStyle/>
          <a:p>
            <a:pPr algn="just"/>
            <a:r>
              <a:rPr lang="en-IN" dirty="0" smtClean="0"/>
              <a:t>You </a:t>
            </a:r>
            <a:r>
              <a:rPr lang="en-IN" dirty="0"/>
              <a:t>must have come across many situations when you need to pass some information from your browser to the web server and ultimately to your backend </a:t>
            </a:r>
            <a:r>
              <a:rPr lang="en-IN" dirty="0" smtClean="0"/>
              <a:t>program.</a:t>
            </a:r>
          </a:p>
          <a:p>
            <a:pPr algn="just"/>
            <a:r>
              <a:rPr lang="en-IN" dirty="0" smtClean="0"/>
              <a:t>The </a:t>
            </a:r>
            <a:r>
              <a:rPr lang="en-IN" dirty="0"/>
              <a:t>browser uses two methods to pass this information to the web </a:t>
            </a:r>
            <a:r>
              <a:rPr lang="en-IN" dirty="0" smtClean="0"/>
              <a:t>server.</a:t>
            </a:r>
          </a:p>
          <a:p>
            <a:pPr algn="just"/>
            <a:r>
              <a:rPr lang="en-IN" dirty="0" smtClean="0"/>
              <a:t>These </a:t>
            </a:r>
            <a:r>
              <a:rPr lang="en-IN" dirty="0"/>
              <a:t>methods are the GET Method and the POST Method.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58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93610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GET </a:t>
            </a:r>
            <a:r>
              <a:rPr lang="en-IN" dirty="0" smtClean="0">
                <a:solidFill>
                  <a:srgbClr val="FF0000"/>
                </a:solidFill>
              </a:rPr>
              <a:t>method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328592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IN" dirty="0"/>
              <a:t>The GET method sends the encoded user information appended to the page </a:t>
            </a:r>
            <a:r>
              <a:rPr lang="en-IN" dirty="0" smtClean="0"/>
              <a:t>request.</a:t>
            </a:r>
          </a:p>
          <a:p>
            <a:pPr algn="just"/>
            <a:r>
              <a:rPr lang="en-IN" dirty="0" smtClean="0"/>
              <a:t>The </a:t>
            </a:r>
            <a:r>
              <a:rPr lang="en-IN" dirty="0"/>
              <a:t>page and the encoded information are separated by the ? character as follows −</a:t>
            </a:r>
          </a:p>
          <a:p>
            <a:pPr lvl="1" algn="just"/>
            <a:r>
              <a:rPr lang="en-IN" dirty="0">
                <a:hlinkClick r:id="rId2"/>
              </a:rPr>
              <a:t>http://</a:t>
            </a:r>
            <a:r>
              <a:rPr lang="en-IN" dirty="0" smtClean="0">
                <a:hlinkClick r:id="rId2"/>
              </a:rPr>
              <a:t>www.test.com/hello?key1=value1&amp;key2=value2</a:t>
            </a:r>
            <a:endParaRPr lang="en-IN" dirty="0" smtClean="0"/>
          </a:p>
          <a:p>
            <a:pPr algn="just"/>
            <a:r>
              <a:rPr lang="en-IN" dirty="0" smtClean="0"/>
              <a:t>The </a:t>
            </a:r>
            <a:r>
              <a:rPr lang="en-IN" dirty="0"/>
              <a:t>GET method is the default method to pass information from the browser to the web server and it produces a long string that appears in your browser's </a:t>
            </a:r>
            <a:r>
              <a:rPr lang="en-IN" b="1" dirty="0" err="1" smtClean="0"/>
              <a:t>Location:box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The </a:t>
            </a:r>
            <a:r>
              <a:rPr lang="en-IN" dirty="0"/>
              <a:t>GET method has size limitation: </a:t>
            </a:r>
            <a:r>
              <a:rPr lang="en-IN" b="1" dirty="0"/>
              <a:t>only 1024 characters can be in a request string</a:t>
            </a:r>
            <a:r>
              <a:rPr lang="en-IN" dirty="0"/>
              <a:t>.</a:t>
            </a:r>
          </a:p>
          <a:p>
            <a:pPr algn="just">
              <a:lnSpc>
                <a:spcPct val="220000"/>
              </a:lnSpc>
            </a:pPr>
            <a:r>
              <a:rPr lang="en-IN" dirty="0"/>
              <a:t>This information is passed using </a:t>
            </a:r>
            <a:r>
              <a:rPr lang="en-IN" b="1" dirty="0"/>
              <a:t>QUERY_STRING header</a:t>
            </a:r>
            <a:r>
              <a:rPr lang="en-IN" dirty="0"/>
              <a:t> and will be accessible through QUERY_STRING environment variable which can be </a:t>
            </a:r>
            <a:r>
              <a:rPr lang="en-IN" dirty="0" smtClean="0"/>
              <a:t>handled using</a:t>
            </a:r>
            <a:r>
              <a:rPr lang="en-IN" dirty="0"/>
              <a:t> </a:t>
            </a:r>
            <a:r>
              <a:rPr lang="en-IN" b="1" dirty="0" err="1"/>
              <a:t>getQueryString</a:t>
            </a:r>
            <a:r>
              <a:rPr lang="en-IN" b="1" dirty="0"/>
              <a:t>()</a:t>
            </a:r>
            <a:r>
              <a:rPr lang="en-IN" dirty="0"/>
              <a:t> and </a:t>
            </a:r>
            <a:r>
              <a:rPr lang="en-IN" b="1" dirty="0" err="1"/>
              <a:t>getParameter</a:t>
            </a:r>
            <a:r>
              <a:rPr lang="en-IN" b="1" dirty="0"/>
              <a:t>()</a:t>
            </a:r>
            <a:r>
              <a:rPr lang="en-IN" dirty="0"/>
              <a:t> methods of request object.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63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10081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POST </a:t>
            </a:r>
            <a:r>
              <a:rPr lang="en-IN" dirty="0" smtClean="0">
                <a:solidFill>
                  <a:srgbClr val="FF0000"/>
                </a:solidFill>
              </a:rPr>
              <a:t>method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12968" cy="5073427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dirty="0"/>
              <a:t>A generally more reliable method of passing information to a backend program is the POST method.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This method packages the information in exactly the same way as the GET method, but instead of sending it as a text string after a ? in the URL it sends it as a separate </a:t>
            </a:r>
            <a:r>
              <a:rPr lang="en-IN" dirty="0" smtClean="0"/>
              <a:t>message.</a:t>
            </a:r>
          </a:p>
          <a:p>
            <a:pPr algn="just">
              <a:lnSpc>
                <a:spcPct val="120000"/>
              </a:lnSpc>
            </a:pPr>
            <a:r>
              <a:rPr lang="en-IN" dirty="0" smtClean="0"/>
              <a:t>This </a:t>
            </a:r>
            <a:r>
              <a:rPr lang="en-IN" dirty="0"/>
              <a:t>message comes to the backend program in the form of the standard input which you can parse and use for your processing.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JSP handles this type of requests using </a:t>
            </a:r>
            <a:r>
              <a:rPr lang="en-IN" b="1" dirty="0" err="1"/>
              <a:t>getParameter</a:t>
            </a:r>
            <a:r>
              <a:rPr lang="en-IN" b="1" dirty="0"/>
              <a:t>()</a:t>
            </a:r>
            <a:r>
              <a:rPr lang="en-IN" dirty="0"/>
              <a:t> method to read simple parameters and </a:t>
            </a:r>
            <a:r>
              <a:rPr lang="en-IN" b="1" dirty="0" err="1"/>
              <a:t>getInputStream</a:t>
            </a:r>
            <a:r>
              <a:rPr lang="en-IN" b="1" dirty="0"/>
              <a:t>()</a:t>
            </a:r>
            <a:r>
              <a:rPr lang="en-IN" dirty="0"/>
              <a:t> method to read binary data stream coming from the client.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E3A8-2023-4EB4-B777-7AA1F42FA3DE}" type="datetime1">
              <a:rPr lang="en-IN" smtClean="0"/>
              <a:t>09-06-2023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7607-38D8-46C6-8A9D-697530D5BB8E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42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3360</Words>
  <Application>Microsoft Office PowerPoint</Application>
  <PresentationFormat>On-screen Show (4:3)</PresentationFormat>
  <Paragraphs>385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Overview of JSP</vt:lpstr>
      <vt:lpstr>What is JavaServer Pages?</vt:lpstr>
      <vt:lpstr>Why Use JSP?</vt:lpstr>
      <vt:lpstr>Setting up Web Server: Tomcat</vt:lpstr>
      <vt:lpstr>PowerPoint Presentation</vt:lpstr>
      <vt:lpstr>JSP - Architecture</vt:lpstr>
      <vt:lpstr>JSP Processing</vt:lpstr>
      <vt:lpstr>PowerPoint Presentation</vt:lpstr>
      <vt:lpstr>JSP - Lifecycle</vt:lpstr>
      <vt:lpstr>JSP Compilation</vt:lpstr>
      <vt:lpstr>JSP Initialization</vt:lpstr>
      <vt:lpstr>JSP Execution</vt:lpstr>
      <vt:lpstr>JSP Cleanup</vt:lpstr>
      <vt:lpstr>The Scriptlet</vt:lpstr>
      <vt:lpstr>JSP Declarations</vt:lpstr>
      <vt:lpstr>JSP Expression</vt:lpstr>
      <vt:lpstr>JSP Comments</vt:lpstr>
      <vt:lpstr>JSP Implicit Objects</vt:lpstr>
      <vt:lpstr>JSP - Client Request</vt:lpstr>
      <vt:lpstr>PowerPoint Presentation</vt:lpstr>
      <vt:lpstr>The HttpServletRequest Object</vt:lpstr>
      <vt:lpstr>PowerPoint Presentation</vt:lpstr>
      <vt:lpstr>JSP - Server Response</vt:lpstr>
      <vt:lpstr>Following table lists out the HTTP status codes and associated messages that might be returned from the Web Server −</vt:lpstr>
      <vt:lpstr>JSP - Form Processing</vt:lpstr>
      <vt:lpstr>GET method</vt:lpstr>
      <vt:lpstr>POST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JSP</dc:title>
  <dc:creator>TONY</dc:creator>
  <cp:lastModifiedBy>Windows User</cp:lastModifiedBy>
  <cp:revision>83</cp:revision>
  <dcterms:created xsi:type="dcterms:W3CDTF">2021-07-16T04:43:35Z</dcterms:created>
  <dcterms:modified xsi:type="dcterms:W3CDTF">2023-06-09T22:25:35Z</dcterms:modified>
</cp:coreProperties>
</file>